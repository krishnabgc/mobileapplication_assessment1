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5"/>
  </p:sldMasterIdLst>
  <p:notesMasterIdLst>
    <p:notesMasterId r:id="rId44"/>
  </p:notesMasterIdLst>
  <p:sldIdLst>
    <p:sldId id="257" r:id="rId6"/>
    <p:sldId id="329" r:id="rId7"/>
    <p:sldId id="330" r:id="rId8"/>
    <p:sldId id="316" r:id="rId9"/>
    <p:sldId id="331" r:id="rId10"/>
    <p:sldId id="262" r:id="rId11"/>
    <p:sldId id="263" r:id="rId12"/>
    <p:sldId id="266" r:id="rId13"/>
    <p:sldId id="268" r:id="rId14"/>
    <p:sldId id="371" r:id="rId15"/>
    <p:sldId id="335" r:id="rId16"/>
    <p:sldId id="372" r:id="rId17"/>
    <p:sldId id="345" r:id="rId18"/>
    <p:sldId id="336" r:id="rId19"/>
    <p:sldId id="340" r:id="rId20"/>
    <p:sldId id="373" r:id="rId21"/>
    <p:sldId id="341" r:id="rId22"/>
    <p:sldId id="342" r:id="rId23"/>
    <p:sldId id="343" r:id="rId24"/>
    <p:sldId id="332" r:id="rId25"/>
    <p:sldId id="352" r:id="rId26"/>
    <p:sldId id="375" r:id="rId27"/>
    <p:sldId id="374" r:id="rId28"/>
    <p:sldId id="347" r:id="rId29"/>
    <p:sldId id="376" r:id="rId30"/>
    <p:sldId id="377" r:id="rId31"/>
    <p:sldId id="354" r:id="rId32"/>
    <p:sldId id="378" r:id="rId33"/>
    <p:sldId id="379" r:id="rId34"/>
    <p:sldId id="380" r:id="rId35"/>
    <p:sldId id="381" r:id="rId36"/>
    <p:sldId id="382" r:id="rId37"/>
    <p:sldId id="383" r:id="rId38"/>
    <p:sldId id="384" r:id="rId39"/>
    <p:sldId id="385" r:id="rId40"/>
    <p:sldId id="386" r:id="rId41"/>
    <p:sldId id="307" r:id="rId42"/>
    <p:sldId id="317" r:id="rId43"/>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1F22"/>
    <a:srgbClr val="000000"/>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8FD0CB-70A2-4A02-8FD0-D842F4DE2651}" v="97" dt="2024-07-28T14:59:31.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96365" autoAdjust="0"/>
  </p:normalViewPr>
  <p:slideViewPr>
    <p:cSldViewPr snapToGrid="0" snapToObjects="1">
      <p:cViewPr varScale="1">
        <p:scale>
          <a:sx n="108" d="100"/>
          <a:sy n="108" d="100"/>
        </p:scale>
        <p:origin x="6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e De Mel" userId="4c5f3da3d4b3831e" providerId="LiveId" clId="{B08FD0CB-70A2-4A02-8FD0-D842F4DE2651}"/>
    <pc:docChg chg="undo redo custSel addSld delSld modSld sldOrd">
      <pc:chgData name="Mane De Mel" userId="4c5f3da3d4b3831e" providerId="LiveId" clId="{B08FD0CB-70A2-4A02-8FD0-D842F4DE2651}" dt="2024-07-28T14:59:18.243" v="3598" actId="20577"/>
      <pc:docMkLst>
        <pc:docMk/>
      </pc:docMkLst>
      <pc:sldChg chg="modSp mod">
        <pc:chgData name="Mane De Mel" userId="4c5f3da3d4b3831e" providerId="LiveId" clId="{B08FD0CB-70A2-4A02-8FD0-D842F4DE2651}" dt="2024-07-28T14:55:57.464" v="3426" actId="2711"/>
        <pc:sldMkLst>
          <pc:docMk/>
          <pc:sldMk cId="2846673580" sldId="307"/>
        </pc:sldMkLst>
        <pc:spChg chg="mod">
          <ac:chgData name="Mane De Mel" userId="4c5f3da3d4b3831e" providerId="LiveId" clId="{B08FD0CB-70A2-4A02-8FD0-D842F4DE2651}" dt="2024-07-28T14:55:57.464" v="3426" actId="2711"/>
          <ac:spMkLst>
            <pc:docMk/>
            <pc:sldMk cId="2846673580" sldId="307"/>
            <ac:spMk id="6" creationId="{03F0CB67-18D5-C762-D919-CFC81064E08B}"/>
          </ac:spMkLst>
        </pc:spChg>
        <pc:spChg chg="mod">
          <ac:chgData name="Mane De Mel" userId="4c5f3da3d4b3831e" providerId="LiveId" clId="{B08FD0CB-70A2-4A02-8FD0-D842F4DE2651}" dt="2024-07-28T14:55:49.801" v="3425" actId="2711"/>
          <ac:spMkLst>
            <pc:docMk/>
            <pc:sldMk cId="2846673580" sldId="307"/>
            <ac:spMk id="7" creationId="{B029FFE8-8D4F-BBED-B3C3-1627DE84C4C2}"/>
          </ac:spMkLst>
        </pc:spChg>
      </pc:sldChg>
      <pc:sldChg chg="del">
        <pc:chgData name="Mane De Mel" userId="4c5f3da3d4b3831e" providerId="LiveId" clId="{B08FD0CB-70A2-4A02-8FD0-D842F4DE2651}" dt="2024-07-28T14:47:48.316" v="2810" actId="47"/>
        <pc:sldMkLst>
          <pc:docMk/>
          <pc:sldMk cId="1358901651" sldId="333"/>
        </pc:sldMkLst>
      </pc:sldChg>
      <pc:sldChg chg="del">
        <pc:chgData name="Mane De Mel" userId="4c5f3da3d4b3831e" providerId="LiveId" clId="{B08FD0CB-70A2-4A02-8FD0-D842F4DE2651}" dt="2024-07-28T14:47:48.316" v="2810" actId="47"/>
        <pc:sldMkLst>
          <pc:docMk/>
          <pc:sldMk cId="2394964585" sldId="334"/>
        </pc:sldMkLst>
      </pc:sldChg>
      <pc:sldChg chg="del">
        <pc:chgData name="Mane De Mel" userId="4c5f3da3d4b3831e" providerId="LiveId" clId="{B08FD0CB-70A2-4A02-8FD0-D842F4DE2651}" dt="2024-07-28T14:47:48.316" v="2810" actId="47"/>
        <pc:sldMkLst>
          <pc:docMk/>
          <pc:sldMk cId="910467016" sldId="348"/>
        </pc:sldMkLst>
      </pc:sldChg>
      <pc:sldChg chg="del">
        <pc:chgData name="Mane De Mel" userId="4c5f3da3d4b3831e" providerId="LiveId" clId="{B08FD0CB-70A2-4A02-8FD0-D842F4DE2651}" dt="2024-07-28T14:47:48.316" v="2810" actId="47"/>
        <pc:sldMkLst>
          <pc:docMk/>
          <pc:sldMk cId="3747562503" sldId="349"/>
        </pc:sldMkLst>
      </pc:sldChg>
      <pc:sldChg chg="del">
        <pc:chgData name="Mane De Mel" userId="4c5f3da3d4b3831e" providerId="LiveId" clId="{B08FD0CB-70A2-4A02-8FD0-D842F4DE2651}" dt="2024-07-28T14:47:48.316" v="2810" actId="47"/>
        <pc:sldMkLst>
          <pc:docMk/>
          <pc:sldMk cId="220455470" sldId="350"/>
        </pc:sldMkLst>
      </pc:sldChg>
      <pc:sldChg chg="del">
        <pc:chgData name="Mane De Mel" userId="4c5f3da3d4b3831e" providerId="LiveId" clId="{B08FD0CB-70A2-4A02-8FD0-D842F4DE2651}" dt="2024-07-28T14:47:48.316" v="2810" actId="47"/>
        <pc:sldMkLst>
          <pc:docMk/>
          <pc:sldMk cId="2661995103" sldId="351"/>
        </pc:sldMkLst>
      </pc:sldChg>
      <pc:sldChg chg="del">
        <pc:chgData name="Mane De Mel" userId="4c5f3da3d4b3831e" providerId="LiveId" clId="{B08FD0CB-70A2-4A02-8FD0-D842F4DE2651}" dt="2024-07-28T14:48:16.172" v="2811" actId="47"/>
        <pc:sldMkLst>
          <pc:docMk/>
          <pc:sldMk cId="528312387" sldId="353"/>
        </pc:sldMkLst>
      </pc:sldChg>
      <pc:sldChg chg="addSp delSp modSp mod">
        <pc:chgData name="Mane De Mel" userId="4c5f3da3d4b3831e" providerId="LiveId" clId="{B08FD0CB-70A2-4A02-8FD0-D842F4DE2651}" dt="2024-07-28T11:02:26.595" v="348"/>
        <pc:sldMkLst>
          <pc:docMk/>
          <pc:sldMk cId="3324506467" sldId="354"/>
        </pc:sldMkLst>
        <pc:spChg chg="mod">
          <ac:chgData name="Mane De Mel" userId="4c5f3da3d4b3831e" providerId="LiveId" clId="{B08FD0CB-70A2-4A02-8FD0-D842F4DE2651}" dt="2024-07-28T10:30:10.763" v="150" actId="1076"/>
          <ac:spMkLst>
            <pc:docMk/>
            <pc:sldMk cId="3324506467" sldId="354"/>
            <ac:spMk id="2" creationId="{F375BAED-D63D-694B-B6A8-555E3BB2B95C}"/>
          </ac:spMkLst>
        </pc:spChg>
        <pc:spChg chg="add mod">
          <ac:chgData name="Mane De Mel" userId="4c5f3da3d4b3831e" providerId="LiveId" clId="{B08FD0CB-70A2-4A02-8FD0-D842F4DE2651}" dt="2024-07-28T10:40:59.915" v="321" actId="207"/>
          <ac:spMkLst>
            <pc:docMk/>
            <pc:sldMk cId="3324506467" sldId="354"/>
            <ac:spMk id="3" creationId="{88D554AE-F6F7-4FE1-B9E3-C683CA020878}"/>
          </ac:spMkLst>
        </pc:spChg>
        <pc:spChg chg="add del mod">
          <ac:chgData name="Mane De Mel" userId="4c5f3da3d4b3831e" providerId="LiveId" clId="{B08FD0CB-70A2-4A02-8FD0-D842F4DE2651}" dt="2024-07-28T10:23:28.166" v="20" actId="478"/>
          <ac:spMkLst>
            <pc:docMk/>
            <pc:sldMk cId="3324506467" sldId="354"/>
            <ac:spMk id="4" creationId="{B12DB8DC-95B8-DE92-0B6B-A92A3FA89399}"/>
          </ac:spMkLst>
        </pc:spChg>
        <pc:spChg chg="add del">
          <ac:chgData name="Mane De Mel" userId="4c5f3da3d4b3831e" providerId="LiveId" clId="{B08FD0CB-70A2-4A02-8FD0-D842F4DE2651}" dt="2024-07-28T10:23:25.802" v="19" actId="478"/>
          <ac:spMkLst>
            <pc:docMk/>
            <pc:sldMk cId="3324506467" sldId="354"/>
            <ac:spMk id="6" creationId="{274F1CBA-378F-86AD-D668-B575DF08F2C4}"/>
          </ac:spMkLst>
        </pc:spChg>
        <pc:spChg chg="add">
          <ac:chgData name="Mane De Mel" userId="4c5f3da3d4b3831e" providerId="LiveId" clId="{B08FD0CB-70A2-4A02-8FD0-D842F4DE2651}" dt="2024-07-28T10:28:45.021" v="133"/>
          <ac:spMkLst>
            <pc:docMk/>
            <pc:sldMk cId="3324506467" sldId="354"/>
            <ac:spMk id="7" creationId="{DF29FC27-8B99-B3D6-5C57-B83B474B6039}"/>
          </ac:spMkLst>
        </pc:spChg>
        <pc:spChg chg="add">
          <ac:chgData name="Mane De Mel" userId="4c5f3da3d4b3831e" providerId="LiveId" clId="{B08FD0CB-70A2-4A02-8FD0-D842F4DE2651}" dt="2024-07-28T10:28:50.574" v="134"/>
          <ac:spMkLst>
            <pc:docMk/>
            <pc:sldMk cId="3324506467" sldId="354"/>
            <ac:spMk id="8" creationId="{68A1989B-BCB0-34B9-B3A4-6E7541EC1FD8}"/>
          </ac:spMkLst>
        </pc:spChg>
        <pc:spChg chg="add">
          <ac:chgData name="Mane De Mel" userId="4c5f3da3d4b3831e" providerId="LiveId" clId="{B08FD0CB-70A2-4A02-8FD0-D842F4DE2651}" dt="2024-07-28T10:29:04.803" v="135"/>
          <ac:spMkLst>
            <pc:docMk/>
            <pc:sldMk cId="3324506467" sldId="354"/>
            <ac:spMk id="9" creationId="{9683C234-007D-BD9C-83A9-129AE164D45E}"/>
          </ac:spMkLst>
        </pc:spChg>
        <pc:spChg chg="add del mod">
          <ac:chgData name="Mane De Mel" userId="4c5f3da3d4b3831e" providerId="LiveId" clId="{B08FD0CB-70A2-4A02-8FD0-D842F4DE2651}" dt="2024-07-28T10:29:35.087" v="144" actId="21"/>
          <ac:spMkLst>
            <pc:docMk/>
            <pc:sldMk cId="3324506467" sldId="354"/>
            <ac:spMk id="10" creationId="{970EF69F-A4E3-B34F-0EF5-CF3492B130F8}"/>
          </ac:spMkLst>
        </pc:spChg>
        <pc:spChg chg="add mod">
          <ac:chgData name="Mane De Mel" userId="4c5f3da3d4b3831e" providerId="LiveId" clId="{B08FD0CB-70A2-4A02-8FD0-D842F4DE2651}" dt="2024-07-28T10:36:48.554" v="263" actId="207"/>
          <ac:spMkLst>
            <pc:docMk/>
            <pc:sldMk cId="3324506467" sldId="354"/>
            <ac:spMk id="11" creationId="{0BCA0C32-322F-A5EE-830F-16060689A357}"/>
          </ac:spMkLst>
        </pc:spChg>
        <pc:spChg chg="add del mod">
          <ac:chgData name="Mane De Mel" userId="4c5f3da3d4b3831e" providerId="LiveId" clId="{B08FD0CB-70A2-4A02-8FD0-D842F4DE2651}" dt="2024-07-28T11:02:26.595" v="348"/>
          <ac:spMkLst>
            <pc:docMk/>
            <pc:sldMk cId="3324506467" sldId="354"/>
            <ac:spMk id="12" creationId="{32ED1BAB-2D52-CFF0-A02E-ECB0DD6F7A82}"/>
          </ac:spMkLst>
        </pc:spChg>
      </pc:sldChg>
      <pc:sldChg chg="del">
        <pc:chgData name="Mane De Mel" userId="4c5f3da3d4b3831e" providerId="LiveId" clId="{B08FD0CB-70A2-4A02-8FD0-D842F4DE2651}" dt="2024-07-28T14:47:48.316" v="2810" actId="47"/>
        <pc:sldMkLst>
          <pc:docMk/>
          <pc:sldMk cId="2424282835" sldId="355"/>
        </pc:sldMkLst>
      </pc:sldChg>
      <pc:sldChg chg="del">
        <pc:chgData name="Mane De Mel" userId="4c5f3da3d4b3831e" providerId="LiveId" clId="{B08FD0CB-70A2-4A02-8FD0-D842F4DE2651}" dt="2024-07-28T14:48:16.172" v="2811" actId="47"/>
        <pc:sldMkLst>
          <pc:docMk/>
          <pc:sldMk cId="1080247951" sldId="356"/>
        </pc:sldMkLst>
      </pc:sldChg>
      <pc:sldChg chg="del">
        <pc:chgData name="Mane De Mel" userId="4c5f3da3d4b3831e" providerId="LiveId" clId="{B08FD0CB-70A2-4A02-8FD0-D842F4DE2651}" dt="2024-07-28T14:48:16.172" v="2811" actId="47"/>
        <pc:sldMkLst>
          <pc:docMk/>
          <pc:sldMk cId="2357945830" sldId="358"/>
        </pc:sldMkLst>
      </pc:sldChg>
      <pc:sldChg chg="del">
        <pc:chgData name="Mane De Mel" userId="4c5f3da3d4b3831e" providerId="LiveId" clId="{B08FD0CB-70A2-4A02-8FD0-D842F4DE2651}" dt="2024-07-28T14:48:16.172" v="2811" actId="47"/>
        <pc:sldMkLst>
          <pc:docMk/>
          <pc:sldMk cId="2106374124" sldId="359"/>
        </pc:sldMkLst>
      </pc:sldChg>
      <pc:sldChg chg="del">
        <pc:chgData name="Mane De Mel" userId="4c5f3da3d4b3831e" providerId="LiveId" clId="{B08FD0CB-70A2-4A02-8FD0-D842F4DE2651}" dt="2024-07-28T14:48:16.172" v="2811" actId="47"/>
        <pc:sldMkLst>
          <pc:docMk/>
          <pc:sldMk cId="3153913501" sldId="360"/>
        </pc:sldMkLst>
      </pc:sldChg>
      <pc:sldChg chg="del">
        <pc:chgData name="Mane De Mel" userId="4c5f3da3d4b3831e" providerId="LiveId" clId="{B08FD0CB-70A2-4A02-8FD0-D842F4DE2651}" dt="2024-07-28T14:48:16.172" v="2811" actId="47"/>
        <pc:sldMkLst>
          <pc:docMk/>
          <pc:sldMk cId="3678235812" sldId="361"/>
        </pc:sldMkLst>
      </pc:sldChg>
      <pc:sldChg chg="del">
        <pc:chgData name="Mane De Mel" userId="4c5f3da3d4b3831e" providerId="LiveId" clId="{B08FD0CB-70A2-4A02-8FD0-D842F4DE2651}" dt="2024-07-28T14:48:16.172" v="2811" actId="47"/>
        <pc:sldMkLst>
          <pc:docMk/>
          <pc:sldMk cId="961358897" sldId="362"/>
        </pc:sldMkLst>
      </pc:sldChg>
      <pc:sldChg chg="del">
        <pc:chgData name="Mane De Mel" userId="4c5f3da3d4b3831e" providerId="LiveId" clId="{B08FD0CB-70A2-4A02-8FD0-D842F4DE2651}" dt="2024-07-28T14:48:16.172" v="2811" actId="47"/>
        <pc:sldMkLst>
          <pc:docMk/>
          <pc:sldMk cId="1779119257" sldId="363"/>
        </pc:sldMkLst>
      </pc:sldChg>
      <pc:sldChg chg="del">
        <pc:chgData name="Mane De Mel" userId="4c5f3da3d4b3831e" providerId="LiveId" clId="{B08FD0CB-70A2-4A02-8FD0-D842F4DE2651}" dt="2024-07-28T14:48:16.172" v="2811" actId="47"/>
        <pc:sldMkLst>
          <pc:docMk/>
          <pc:sldMk cId="3030646071" sldId="364"/>
        </pc:sldMkLst>
      </pc:sldChg>
      <pc:sldChg chg="del">
        <pc:chgData name="Mane De Mel" userId="4c5f3da3d4b3831e" providerId="LiveId" clId="{B08FD0CB-70A2-4A02-8FD0-D842F4DE2651}" dt="2024-07-28T14:48:16.172" v="2811" actId="47"/>
        <pc:sldMkLst>
          <pc:docMk/>
          <pc:sldMk cId="3246625573" sldId="365"/>
        </pc:sldMkLst>
      </pc:sldChg>
      <pc:sldChg chg="del">
        <pc:chgData name="Mane De Mel" userId="4c5f3da3d4b3831e" providerId="LiveId" clId="{B08FD0CB-70A2-4A02-8FD0-D842F4DE2651}" dt="2024-07-28T14:48:16.172" v="2811" actId="47"/>
        <pc:sldMkLst>
          <pc:docMk/>
          <pc:sldMk cId="3168939543" sldId="366"/>
        </pc:sldMkLst>
      </pc:sldChg>
      <pc:sldChg chg="del">
        <pc:chgData name="Mane De Mel" userId="4c5f3da3d4b3831e" providerId="LiveId" clId="{B08FD0CB-70A2-4A02-8FD0-D842F4DE2651}" dt="2024-07-28T14:48:16.172" v="2811" actId="47"/>
        <pc:sldMkLst>
          <pc:docMk/>
          <pc:sldMk cId="3807454295" sldId="367"/>
        </pc:sldMkLst>
      </pc:sldChg>
      <pc:sldChg chg="del">
        <pc:chgData name="Mane De Mel" userId="4c5f3da3d4b3831e" providerId="LiveId" clId="{B08FD0CB-70A2-4A02-8FD0-D842F4DE2651}" dt="2024-07-28T14:47:48.316" v="2810" actId="47"/>
        <pc:sldMkLst>
          <pc:docMk/>
          <pc:sldMk cId="1624419184" sldId="368"/>
        </pc:sldMkLst>
      </pc:sldChg>
      <pc:sldChg chg="del">
        <pc:chgData name="Mane De Mel" userId="4c5f3da3d4b3831e" providerId="LiveId" clId="{B08FD0CB-70A2-4A02-8FD0-D842F4DE2651}" dt="2024-07-28T14:48:25.191" v="2812" actId="47"/>
        <pc:sldMkLst>
          <pc:docMk/>
          <pc:sldMk cId="4037690319" sldId="369"/>
        </pc:sldMkLst>
      </pc:sldChg>
      <pc:sldChg chg="del">
        <pc:chgData name="Mane De Mel" userId="4c5f3da3d4b3831e" providerId="LiveId" clId="{B08FD0CB-70A2-4A02-8FD0-D842F4DE2651}" dt="2024-07-28T14:48:16.172" v="2811" actId="47"/>
        <pc:sldMkLst>
          <pc:docMk/>
          <pc:sldMk cId="404131970" sldId="370"/>
        </pc:sldMkLst>
      </pc:sldChg>
      <pc:sldChg chg="modNotesTx">
        <pc:chgData name="Mane De Mel" userId="4c5f3da3d4b3831e" providerId="LiveId" clId="{B08FD0CB-70A2-4A02-8FD0-D842F4DE2651}" dt="2024-07-28T14:49:32.430" v="2897" actId="20577"/>
        <pc:sldMkLst>
          <pc:docMk/>
          <pc:sldMk cId="4105474773" sldId="376"/>
        </pc:sldMkLst>
      </pc:sldChg>
      <pc:sldChg chg="modSp mod">
        <pc:chgData name="Mane De Mel" userId="4c5f3da3d4b3831e" providerId="LiveId" clId="{B08FD0CB-70A2-4A02-8FD0-D842F4DE2651}" dt="2024-07-28T14:50:45.294" v="2904" actId="20577"/>
        <pc:sldMkLst>
          <pc:docMk/>
          <pc:sldMk cId="1674089929" sldId="377"/>
        </pc:sldMkLst>
        <pc:spChg chg="mod">
          <ac:chgData name="Mane De Mel" userId="4c5f3da3d4b3831e" providerId="LiveId" clId="{B08FD0CB-70A2-4A02-8FD0-D842F4DE2651}" dt="2024-07-28T14:50:45.294" v="2904" actId="20577"/>
          <ac:spMkLst>
            <pc:docMk/>
            <pc:sldMk cId="1674089929" sldId="377"/>
            <ac:spMk id="7" creationId="{447D3167-04AF-2ECD-ED61-1E089ACBC5E3}"/>
          </ac:spMkLst>
        </pc:spChg>
      </pc:sldChg>
      <pc:sldChg chg="addSp delSp modSp add mod">
        <pc:chgData name="Mane De Mel" userId="4c5f3da3d4b3831e" providerId="LiveId" clId="{B08FD0CB-70A2-4A02-8FD0-D842F4DE2651}" dt="2024-07-28T11:28:31.531" v="788" actId="33524"/>
        <pc:sldMkLst>
          <pc:docMk/>
          <pc:sldMk cId="1481608155" sldId="378"/>
        </pc:sldMkLst>
        <pc:spChg chg="mod">
          <ac:chgData name="Mane De Mel" userId="4c5f3da3d4b3831e" providerId="LiveId" clId="{B08FD0CB-70A2-4A02-8FD0-D842F4DE2651}" dt="2024-07-28T11:04:18.820" v="392" actId="20577"/>
          <ac:spMkLst>
            <pc:docMk/>
            <pc:sldMk cId="1481608155" sldId="378"/>
            <ac:spMk id="2" creationId="{F375BAED-D63D-694B-B6A8-555E3BB2B95C}"/>
          </ac:spMkLst>
        </pc:spChg>
        <pc:spChg chg="mod">
          <ac:chgData name="Mane De Mel" userId="4c5f3da3d4b3831e" providerId="LiveId" clId="{B08FD0CB-70A2-4A02-8FD0-D842F4DE2651}" dt="2024-07-28T11:23:33.998" v="398" actId="2711"/>
          <ac:spMkLst>
            <pc:docMk/>
            <pc:sldMk cId="1481608155" sldId="378"/>
            <ac:spMk id="3" creationId="{88D554AE-F6F7-4FE1-B9E3-C683CA020878}"/>
          </ac:spMkLst>
        </pc:spChg>
        <pc:spChg chg="add del mod">
          <ac:chgData name="Mane De Mel" userId="4c5f3da3d4b3831e" providerId="LiveId" clId="{B08FD0CB-70A2-4A02-8FD0-D842F4DE2651}" dt="2024-07-28T11:23:09.234" v="395" actId="478"/>
          <ac:spMkLst>
            <pc:docMk/>
            <pc:sldMk cId="1481608155" sldId="378"/>
            <ac:spMk id="4" creationId="{E5DEBF9B-66F7-E633-7BFE-D56697C7922D}"/>
          </ac:spMkLst>
        </pc:spChg>
        <pc:spChg chg="del">
          <ac:chgData name="Mane De Mel" userId="4c5f3da3d4b3831e" providerId="LiveId" clId="{B08FD0CB-70A2-4A02-8FD0-D842F4DE2651}" dt="2024-07-28T11:24:12.092" v="399" actId="478"/>
          <ac:spMkLst>
            <pc:docMk/>
            <pc:sldMk cId="1481608155" sldId="378"/>
            <ac:spMk id="11" creationId="{0BCA0C32-322F-A5EE-830F-16060689A357}"/>
          </ac:spMkLst>
        </pc:spChg>
        <pc:spChg chg="mod">
          <ac:chgData name="Mane De Mel" userId="4c5f3da3d4b3831e" providerId="LiveId" clId="{B08FD0CB-70A2-4A02-8FD0-D842F4DE2651}" dt="2024-07-28T11:28:31.531" v="788" actId="33524"/>
          <ac:spMkLst>
            <pc:docMk/>
            <pc:sldMk cId="1481608155" sldId="378"/>
            <ac:spMk id="12" creationId="{32ED1BAB-2D52-CFF0-A02E-ECB0DD6F7A82}"/>
          </ac:spMkLst>
        </pc:spChg>
      </pc:sldChg>
      <pc:sldChg chg="addSp delSp modSp add mod">
        <pc:chgData name="Mane De Mel" userId="4c5f3da3d4b3831e" providerId="LiveId" clId="{B08FD0CB-70A2-4A02-8FD0-D842F4DE2651}" dt="2024-07-28T11:39:53.771" v="923"/>
        <pc:sldMkLst>
          <pc:docMk/>
          <pc:sldMk cId="360660767" sldId="379"/>
        </pc:sldMkLst>
        <pc:spChg chg="mod">
          <ac:chgData name="Mane De Mel" userId="4c5f3da3d4b3831e" providerId="LiveId" clId="{B08FD0CB-70A2-4A02-8FD0-D842F4DE2651}" dt="2024-07-28T11:33:53.564" v="863" actId="20577"/>
          <ac:spMkLst>
            <pc:docMk/>
            <pc:sldMk cId="360660767" sldId="379"/>
            <ac:spMk id="2" creationId="{F375BAED-D63D-694B-B6A8-555E3BB2B95C}"/>
          </ac:spMkLst>
        </pc:spChg>
        <pc:spChg chg="mod">
          <ac:chgData name="Mane De Mel" userId="4c5f3da3d4b3831e" providerId="LiveId" clId="{B08FD0CB-70A2-4A02-8FD0-D842F4DE2651}" dt="2024-07-28T11:39:53.771" v="923"/>
          <ac:spMkLst>
            <pc:docMk/>
            <pc:sldMk cId="360660767" sldId="379"/>
            <ac:spMk id="3" creationId="{88D554AE-F6F7-4FE1-B9E3-C683CA020878}"/>
          </ac:spMkLst>
        </pc:spChg>
        <pc:spChg chg="add mod">
          <ac:chgData name="Mane De Mel" userId="4c5f3da3d4b3831e" providerId="LiveId" clId="{B08FD0CB-70A2-4A02-8FD0-D842F4DE2651}" dt="2024-07-28T11:35:26.641" v="915" actId="20577"/>
          <ac:spMkLst>
            <pc:docMk/>
            <pc:sldMk cId="360660767" sldId="379"/>
            <ac:spMk id="4" creationId="{6DC9AD74-3953-101C-FA45-C2B254E576AD}"/>
          </ac:spMkLst>
        </pc:spChg>
        <pc:spChg chg="add del mod">
          <ac:chgData name="Mane De Mel" userId="4c5f3da3d4b3831e" providerId="LiveId" clId="{B08FD0CB-70A2-4A02-8FD0-D842F4DE2651}" dt="2024-07-28T11:38:59.391" v="918" actId="478"/>
          <ac:spMkLst>
            <pc:docMk/>
            <pc:sldMk cId="360660767" sldId="379"/>
            <ac:spMk id="6" creationId="{7F755D19-DE51-9FA7-4505-A9B11EBF8D3F}"/>
          </ac:spMkLst>
        </pc:spChg>
        <pc:spChg chg="add del mod">
          <ac:chgData name="Mane De Mel" userId="4c5f3da3d4b3831e" providerId="LiveId" clId="{B08FD0CB-70A2-4A02-8FD0-D842F4DE2651}" dt="2024-07-28T11:39:49.469" v="922" actId="478"/>
          <ac:spMkLst>
            <pc:docMk/>
            <pc:sldMk cId="360660767" sldId="379"/>
            <ac:spMk id="7" creationId="{550D82F2-6490-D4F4-B586-143594563C5C}"/>
          </ac:spMkLst>
        </pc:spChg>
        <pc:spChg chg="del mod">
          <ac:chgData name="Mane De Mel" userId="4c5f3da3d4b3831e" providerId="LiveId" clId="{B08FD0CB-70A2-4A02-8FD0-D842F4DE2651}" dt="2024-07-28T11:34:32.527" v="866" actId="478"/>
          <ac:spMkLst>
            <pc:docMk/>
            <pc:sldMk cId="360660767" sldId="379"/>
            <ac:spMk id="12" creationId="{32ED1BAB-2D52-CFF0-A02E-ECB0DD6F7A82}"/>
          </ac:spMkLst>
        </pc:spChg>
      </pc:sldChg>
      <pc:sldChg chg="addSp delSp modSp add mod ord">
        <pc:chgData name="Mane De Mel" userId="4c5f3da3d4b3831e" providerId="LiveId" clId="{B08FD0CB-70A2-4A02-8FD0-D842F4DE2651}" dt="2024-07-28T12:05:53.077" v="1296" actId="20577"/>
        <pc:sldMkLst>
          <pc:docMk/>
          <pc:sldMk cId="3466941352" sldId="380"/>
        </pc:sldMkLst>
        <pc:spChg chg="mod">
          <ac:chgData name="Mane De Mel" userId="4c5f3da3d4b3831e" providerId="LiveId" clId="{B08FD0CB-70A2-4A02-8FD0-D842F4DE2651}" dt="2024-07-28T11:43:04.487" v="967" actId="20577"/>
          <ac:spMkLst>
            <pc:docMk/>
            <pc:sldMk cId="3466941352" sldId="380"/>
            <ac:spMk id="2" creationId="{F375BAED-D63D-694B-B6A8-555E3BB2B95C}"/>
          </ac:spMkLst>
        </pc:spChg>
        <pc:spChg chg="mod">
          <ac:chgData name="Mane De Mel" userId="4c5f3da3d4b3831e" providerId="LiveId" clId="{B08FD0CB-70A2-4A02-8FD0-D842F4DE2651}" dt="2024-07-28T11:50:48.581" v="973" actId="14100"/>
          <ac:spMkLst>
            <pc:docMk/>
            <pc:sldMk cId="3466941352" sldId="380"/>
            <ac:spMk id="3" creationId="{88D554AE-F6F7-4FE1-B9E3-C683CA020878}"/>
          </ac:spMkLst>
        </pc:spChg>
        <pc:spChg chg="add del mod">
          <ac:chgData name="Mane De Mel" userId="4c5f3da3d4b3831e" providerId="LiveId" clId="{B08FD0CB-70A2-4A02-8FD0-D842F4DE2651}" dt="2024-07-28T11:50:32.566" v="970" actId="478"/>
          <ac:spMkLst>
            <pc:docMk/>
            <pc:sldMk cId="3466941352" sldId="380"/>
            <ac:spMk id="4" creationId="{8358EFB0-E41E-D6BE-6CBF-72359304FC9F}"/>
          </ac:spMkLst>
        </pc:spChg>
        <pc:spChg chg="add mod">
          <ac:chgData name="Mane De Mel" userId="4c5f3da3d4b3831e" providerId="LiveId" clId="{B08FD0CB-70A2-4A02-8FD0-D842F4DE2651}" dt="2024-07-28T11:53:30.807" v="985" actId="14100"/>
          <ac:spMkLst>
            <pc:docMk/>
            <pc:sldMk cId="3466941352" sldId="380"/>
            <ac:spMk id="6" creationId="{EDF06D53-A148-769A-2D5A-10DC67A5982D}"/>
          </ac:spMkLst>
        </pc:spChg>
        <pc:spChg chg="add">
          <ac:chgData name="Mane De Mel" userId="4c5f3da3d4b3831e" providerId="LiveId" clId="{B08FD0CB-70A2-4A02-8FD0-D842F4DE2651}" dt="2024-07-28T11:52:52.850" v="976"/>
          <ac:spMkLst>
            <pc:docMk/>
            <pc:sldMk cId="3466941352" sldId="380"/>
            <ac:spMk id="7" creationId="{2CD62644-92AC-FE05-20A0-D74B4245FE5A}"/>
          </ac:spMkLst>
        </pc:spChg>
        <pc:spChg chg="add del mod">
          <ac:chgData name="Mane De Mel" userId="4c5f3da3d4b3831e" providerId="LiveId" clId="{B08FD0CB-70A2-4A02-8FD0-D842F4DE2651}" dt="2024-07-28T11:53:18.701" v="983" actId="478"/>
          <ac:spMkLst>
            <pc:docMk/>
            <pc:sldMk cId="3466941352" sldId="380"/>
            <ac:spMk id="8" creationId="{0CEB748E-216B-B069-F5B3-0F0DF3A5AAC5}"/>
          </ac:spMkLst>
        </pc:spChg>
        <pc:spChg chg="add mod">
          <ac:chgData name="Mane De Mel" userId="4c5f3da3d4b3831e" providerId="LiveId" clId="{B08FD0CB-70A2-4A02-8FD0-D842F4DE2651}" dt="2024-07-28T11:56:40.857" v="995" actId="1076"/>
          <ac:spMkLst>
            <pc:docMk/>
            <pc:sldMk cId="3466941352" sldId="380"/>
            <ac:spMk id="9" creationId="{35649628-9D12-993F-1043-52BCF1C4C404}"/>
          </ac:spMkLst>
        </pc:spChg>
        <pc:spChg chg="add del">
          <ac:chgData name="Mane De Mel" userId="4c5f3da3d4b3831e" providerId="LiveId" clId="{B08FD0CB-70A2-4A02-8FD0-D842F4DE2651}" dt="2024-07-28T11:56:59.827" v="996" actId="478"/>
          <ac:spMkLst>
            <pc:docMk/>
            <pc:sldMk cId="3466941352" sldId="380"/>
            <ac:spMk id="10" creationId="{1E271798-2BCF-DB53-481D-B9C354BC222A}"/>
          </ac:spMkLst>
        </pc:spChg>
        <pc:spChg chg="add">
          <ac:chgData name="Mane De Mel" userId="4c5f3da3d4b3831e" providerId="LiveId" clId="{B08FD0CB-70A2-4A02-8FD0-D842F4DE2651}" dt="2024-07-28T12:00:03.219" v="997"/>
          <ac:spMkLst>
            <pc:docMk/>
            <pc:sldMk cId="3466941352" sldId="380"/>
            <ac:spMk id="11" creationId="{FE3C1517-EFA1-7387-AB54-F626E0918FA2}"/>
          </ac:spMkLst>
        </pc:spChg>
        <pc:spChg chg="mod">
          <ac:chgData name="Mane De Mel" userId="4c5f3da3d4b3831e" providerId="LiveId" clId="{B08FD0CB-70A2-4A02-8FD0-D842F4DE2651}" dt="2024-07-28T12:05:53.077" v="1296" actId="20577"/>
          <ac:spMkLst>
            <pc:docMk/>
            <pc:sldMk cId="3466941352" sldId="380"/>
            <ac:spMk id="12" creationId="{32ED1BAB-2D52-CFF0-A02E-ECB0DD6F7A82}"/>
          </ac:spMkLst>
        </pc:spChg>
      </pc:sldChg>
      <pc:sldChg chg="addSp delSp modSp add mod">
        <pc:chgData name="Mane De Mel" userId="4c5f3da3d4b3831e" providerId="LiveId" clId="{B08FD0CB-70A2-4A02-8FD0-D842F4DE2651}" dt="2024-07-28T14:32:31.882" v="2667"/>
        <pc:sldMkLst>
          <pc:docMk/>
          <pc:sldMk cId="69064351" sldId="381"/>
        </pc:sldMkLst>
        <pc:spChg chg="mod">
          <ac:chgData name="Mane De Mel" userId="4c5f3da3d4b3831e" providerId="LiveId" clId="{B08FD0CB-70A2-4A02-8FD0-D842F4DE2651}" dt="2024-07-28T12:12:42.604" v="1305" actId="20577"/>
          <ac:spMkLst>
            <pc:docMk/>
            <pc:sldMk cId="69064351" sldId="381"/>
            <ac:spMk id="2" creationId="{F375BAED-D63D-694B-B6A8-555E3BB2B95C}"/>
          </ac:spMkLst>
        </pc:spChg>
        <pc:spChg chg="mod">
          <ac:chgData name="Mane De Mel" userId="4c5f3da3d4b3831e" providerId="LiveId" clId="{B08FD0CB-70A2-4A02-8FD0-D842F4DE2651}" dt="2024-07-28T14:32:31.882" v="2667"/>
          <ac:spMkLst>
            <pc:docMk/>
            <pc:sldMk cId="69064351" sldId="381"/>
            <ac:spMk id="3" creationId="{88D554AE-F6F7-4FE1-B9E3-C683CA020878}"/>
          </ac:spMkLst>
        </pc:spChg>
        <pc:spChg chg="add del mod">
          <ac:chgData name="Mane De Mel" userId="4c5f3da3d4b3831e" providerId="LiveId" clId="{B08FD0CB-70A2-4A02-8FD0-D842F4DE2651}" dt="2024-07-28T12:20:28.254" v="1312" actId="478"/>
          <ac:spMkLst>
            <pc:docMk/>
            <pc:sldMk cId="69064351" sldId="381"/>
            <ac:spMk id="4" creationId="{DA2F982A-6F32-70B6-40A9-9A78F6CA08C9}"/>
          </ac:spMkLst>
        </pc:spChg>
        <pc:spChg chg="del">
          <ac:chgData name="Mane De Mel" userId="4c5f3da3d4b3831e" providerId="LiveId" clId="{B08FD0CB-70A2-4A02-8FD0-D842F4DE2651}" dt="2024-07-28T12:20:08.549" v="1307" actId="478"/>
          <ac:spMkLst>
            <pc:docMk/>
            <pc:sldMk cId="69064351" sldId="381"/>
            <ac:spMk id="6" creationId="{EDF06D53-A148-769A-2D5A-10DC67A5982D}"/>
          </ac:spMkLst>
        </pc:spChg>
        <pc:spChg chg="del">
          <ac:chgData name="Mane De Mel" userId="4c5f3da3d4b3831e" providerId="LiveId" clId="{B08FD0CB-70A2-4A02-8FD0-D842F4DE2651}" dt="2024-07-28T12:20:06.184" v="1306" actId="478"/>
          <ac:spMkLst>
            <pc:docMk/>
            <pc:sldMk cId="69064351" sldId="381"/>
            <ac:spMk id="9" creationId="{35649628-9D12-993F-1043-52BCF1C4C404}"/>
          </ac:spMkLst>
        </pc:spChg>
        <pc:spChg chg="mod">
          <ac:chgData name="Mane De Mel" userId="4c5f3da3d4b3831e" providerId="LiveId" clId="{B08FD0CB-70A2-4A02-8FD0-D842F4DE2651}" dt="2024-07-28T12:31:35.839" v="1423" actId="5793"/>
          <ac:spMkLst>
            <pc:docMk/>
            <pc:sldMk cId="69064351" sldId="381"/>
            <ac:spMk id="12" creationId="{32ED1BAB-2D52-CFF0-A02E-ECB0DD6F7A82}"/>
          </ac:spMkLst>
        </pc:spChg>
      </pc:sldChg>
      <pc:sldChg chg="addSp delSp modSp add mod ord">
        <pc:chgData name="Mane De Mel" userId="4c5f3da3d4b3831e" providerId="LiveId" clId="{B08FD0CB-70A2-4A02-8FD0-D842F4DE2651}" dt="2024-07-28T14:51:12.789" v="2905" actId="478"/>
        <pc:sldMkLst>
          <pc:docMk/>
          <pc:sldMk cId="3249866840" sldId="382"/>
        </pc:sldMkLst>
        <pc:spChg chg="mod">
          <ac:chgData name="Mane De Mel" userId="4c5f3da3d4b3831e" providerId="LiveId" clId="{B08FD0CB-70A2-4A02-8FD0-D842F4DE2651}" dt="2024-07-28T13:28:16.329" v="1682" actId="20577"/>
          <ac:spMkLst>
            <pc:docMk/>
            <pc:sldMk cId="3249866840" sldId="382"/>
            <ac:spMk id="2" creationId="{F375BAED-D63D-694B-B6A8-555E3BB2B95C}"/>
          </ac:spMkLst>
        </pc:spChg>
        <pc:spChg chg="mod">
          <ac:chgData name="Mane De Mel" userId="4c5f3da3d4b3831e" providerId="LiveId" clId="{B08FD0CB-70A2-4A02-8FD0-D842F4DE2651}" dt="2024-07-28T14:34:25.543" v="2684" actId="20577"/>
          <ac:spMkLst>
            <pc:docMk/>
            <pc:sldMk cId="3249866840" sldId="382"/>
            <ac:spMk id="3" creationId="{88D554AE-F6F7-4FE1-B9E3-C683CA020878}"/>
          </ac:spMkLst>
        </pc:spChg>
        <pc:spChg chg="add del mod">
          <ac:chgData name="Mane De Mel" userId="4c5f3da3d4b3831e" providerId="LiveId" clId="{B08FD0CB-70A2-4A02-8FD0-D842F4DE2651}" dt="2024-07-28T13:24:38.789" v="1464" actId="478"/>
          <ac:spMkLst>
            <pc:docMk/>
            <pc:sldMk cId="3249866840" sldId="382"/>
            <ac:spMk id="4" creationId="{726BF2FA-59E8-1A11-62B3-BD2D6A5BFB6A}"/>
          </ac:spMkLst>
        </pc:spChg>
        <pc:spChg chg="add del mod">
          <ac:chgData name="Mane De Mel" userId="4c5f3da3d4b3831e" providerId="LiveId" clId="{B08FD0CB-70A2-4A02-8FD0-D842F4DE2651}" dt="2024-07-28T14:51:12.789" v="2905" actId="478"/>
          <ac:spMkLst>
            <pc:docMk/>
            <pc:sldMk cId="3249866840" sldId="382"/>
            <ac:spMk id="6" creationId="{2D901B0D-A3AE-4FCE-DEA0-4F3E08508900}"/>
          </ac:spMkLst>
        </pc:spChg>
        <pc:spChg chg="mod">
          <ac:chgData name="Mane De Mel" userId="4c5f3da3d4b3831e" providerId="LiveId" clId="{B08FD0CB-70A2-4A02-8FD0-D842F4DE2651}" dt="2024-07-28T13:26:50.817" v="1654" actId="20577"/>
          <ac:spMkLst>
            <pc:docMk/>
            <pc:sldMk cId="3249866840" sldId="382"/>
            <ac:spMk id="12" creationId="{32ED1BAB-2D52-CFF0-A02E-ECB0DD6F7A82}"/>
          </ac:spMkLst>
        </pc:spChg>
      </pc:sldChg>
      <pc:sldChg chg="addSp delSp modSp add mod">
        <pc:chgData name="Mane De Mel" userId="4c5f3da3d4b3831e" providerId="LiveId" clId="{B08FD0CB-70A2-4A02-8FD0-D842F4DE2651}" dt="2024-07-28T14:32:20.555" v="2666"/>
        <pc:sldMkLst>
          <pc:docMk/>
          <pc:sldMk cId="2252896472" sldId="383"/>
        </pc:sldMkLst>
        <pc:spChg chg="mod">
          <ac:chgData name="Mane De Mel" userId="4c5f3da3d4b3831e" providerId="LiveId" clId="{B08FD0CB-70A2-4A02-8FD0-D842F4DE2651}" dt="2024-07-28T13:33:01.126" v="1718" actId="20577"/>
          <ac:spMkLst>
            <pc:docMk/>
            <pc:sldMk cId="2252896472" sldId="383"/>
            <ac:spMk id="2" creationId="{F375BAED-D63D-694B-B6A8-555E3BB2B95C}"/>
          </ac:spMkLst>
        </pc:spChg>
        <pc:spChg chg="mod">
          <ac:chgData name="Mane De Mel" userId="4c5f3da3d4b3831e" providerId="LiveId" clId="{B08FD0CB-70A2-4A02-8FD0-D842F4DE2651}" dt="2024-07-28T14:32:20.555" v="2666"/>
          <ac:spMkLst>
            <pc:docMk/>
            <pc:sldMk cId="2252896472" sldId="383"/>
            <ac:spMk id="3" creationId="{88D554AE-F6F7-4FE1-B9E3-C683CA020878}"/>
          </ac:spMkLst>
        </pc:spChg>
        <pc:spChg chg="add del mod">
          <ac:chgData name="Mane De Mel" userId="4c5f3da3d4b3831e" providerId="LiveId" clId="{B08FD0CB-70A2-4A02-8FD0-D842F4DE2651}" dt="2024-07-28T13:33:41.816" v="1721" actId="478"/>
          <ac:spMkLst>
            <pc:docMk/>
            <pc:sldMk cId="2252896472" sldId="383"/>
            <ac:spMk id="4" creationId="{61A22030-5EF2-5334-A022-CA2E67946BEE}"/>
          </ac:spMkLst>
        </pc:spChg>
        <pc:spChg chg="add del mod">
          <ac:chgData name="Mane De Mel" userId="4c5f3da3d4b3831e" providerId="LiveId" clId="{B08FD0CB-70A2-4A02-8FD0-D842F4DE2651}" dt="2024-07-28T13:51:23.863" v="2219" actId="478"/>
          <ac:spMkLst>
            <pc:docMk/>
            <pc:sldMk cId="2252896472" sldId="383"/>
            <ac:spMk id="6" creationId="{0D3127BF-ECB3-D9C8-22A7-49F5168FF8E6}"/>
          </ac:spMkLst>
        </pc:spChg>
        <pc:spChg chg="add">
          <ac:chgData name="Mane De Mel" userId="4c5f3da3d4b3831e" providerId="LiveId" clId="{B08FD0CB-70A2-4A02-8FD0-D842F4DE2651}" dt="2024-07-28T14:31:44.573" v="2653"/>
          <ac:spMkLst>
            <pc:docMk/>
            <pc:sldMk cId="2252896472" sldId="383"/>
            <ac:spMk id="7" creationId="{40588C33-B139-F218-7AF6-45805BCBF16D}"/>
          </ac:spMkLst>
        </pc:spChg>
        <pc:spChg chg="mod">
          <ac:chgData name="Mane De Mel" userId="4c5f3da3d4b3831e" providerId="LiveId" clId="{B08FD0CB-70A2-4A02-8FD0-D842F4DE2651}" dt="2024-07-28T13:41:49.839" v="2199" actId="20577"/>
          <ac:spMkLst>
            <pc:docMk/>
            <pc:sldMk cId="2252896472" sldId="383"/>
            <ac:spMk id="12" creationId="{32ED1BAB-2D52-CFF0-A02E-ECB0DD6F7A82}"/>
          </ac:spMkLst>
        </pc:spChg>
      </pc:sldChg>
      <pc:sldChg chg="addSp delSp modSp add mod">
        <pc:chgData name="Mane De Mel" userId="4c5f3da3d4b3831e" providerId="LiveId" clId="{B08FD0CB-70A2-4A02-8FD0-D842F4DE2651}" dt="2024-07-28T14:01:00.598" v="2552" actId="20577"/>
        <pc:sldMkLst>
          <pc:docMk/>
          <pc:sldMk cId="1762063112" sldId="384"/>
        </pc:sldMkLst>
        <pc:spChg chg="mod">
          <ac:chgData name="Mane De Mel" userId="4c5f3da3d4b3831e" providerId="LiveId" clId="{B08FD0CB-70A2-4A02-8FD0-D842F4DE2651}" dt="2024-07-28T13:47:07.458" v="2216" actId="20577"/>
          <ac:spMkLst>
            <pc:docMk/>
            <pc:sldMk cId="1762063112" sldId="384"/>
            <ac:spMk id="2" creationId="{F375BAED-D63D-694B-B6A8-555E3BB2B95C}"/>
          </ac:spMkLst>
        </pc:spChg>
        <pc:spChg chg="mod">
          <ac:chgData name="Mane De Mel" userId="4c5f3da3d4b3831e" providerId="LiveId" clId="{B08FD0CB-70A2-4A02-8FD0-D842F4DE2651}" dt="2024-07-28T13:53:07.281" v="2228"/>
          <ac:spMkLst>
            <pc:docMk/>
            <pc:sldMk cId="1762063112" sldId="384"/>
            <ac:spMk id="3" creationId="{88D554AE-F6F7-4FE1-B9E3-C683CA020878}"/>
          </ac:spMkLst>
        </pc:spChg>
        <pc:spChg chg="add">
          <ac:chgData name="Mane De Mel" userId="4c5f3da3d4b3831e" providerId="LiveId" clId="{B08FD0CB-70A2-4A02-8FD0-D842F4DE2651}" dt="2024-07-28T13:52:54.446" v="2223"/>
          <ac:spMkLst>
            <pc:docMk/>
            <pc:sldMk cId="1762063112" sldId="384"/>
            <ac:spMk id="4" creationId="{B0617D9D-E359-F537-4B3A-9D3DD97DFB00}"/>
          </ac:spMkLst>
        </pc:spChg>
        <pc:spChg chg="add del mod">
          <ac:chgData name="Mane De Mel" userId="4c5f3da3d4b3831e" providerId="LiveId" clId="{B08FD0CB-70A2-4A02-8FD0-D842F4DE2651}" dt="2024-07-28T13:53:03.572" v="2227" actId="478"/>
          <ac:spMkLst>
            <pc:docMk/>
            <pc:sldMk cId="1762063112" sldId="384"/>
            <ac:spMk id="6" creationId="{D5DA1A96-0B93-8C80-B44D-EE4EB33B226B}"/>
          </ac:spMkLst>
        </pc:spChg>
        <pc:spChg chg="mod">
          <ac:chgData name="Mane De Mel" userId="4c5f3da3d4b3831e" providerId="LiveId" clId="{B08FD0CB-70A2-4A02-8FD0-D842F4DE2651}" dt="2024-07-28T14:01:00.598" v="2552" actId="20577"/>
          <ac:spMkLst>
            <pc:docMk/>
            <pc:sldMk cId="1762063112" sldId="384"/>
            <ac:spMk id="12" creationId="{32ED1BAB-2D52-CFF0-A02E-ECB0DD6F7A82}"/>
          </ac:spMkLst>
        </pc:spChg>
      </pc:sldChg>
      <pc:sldChg chg="addSp delSp modSp add mod">
        <pc:chgData name="Mane De Mel" userId="4c5f3da3d4b3831e" providerId="LiveId" clId="{B08FD0CB-70A2-4A02-8FD0-D842F4DE2651}" dt="2024-07-28T14:16:17.723" v="2634"/>
        <pc:sldMkLst>
          <pc:docMk/>
          <pc:sldMk cId="4144860304" sldId="385"/>
        </pc:sldMkLst>
        <pc:spChg chg="mod">
          <ac:chgData name="Mane De Mel" userId="4c5f3da3d4b3831e" providerId="LiveId" clId="{B08FD0CB-70A2-4A02-8FD0-D842F4DE2651}" dt="2024-07-28T14:02:30.590" v="2578" actId="20577"/>
          <ac:spMkLst>
            <pc:docMk/>
            <pc:sldMk cId="4144860304" sldId="385"/>
            <ac:spMk id="2" creationId="{F375BAED-D63D-694B-B6A8-555E3BB2B95C}"/>
          </ac:spMkLst>
        </pc:spChg>
        <pc:spChg chg="mod">
          <ac:chgData name="Mane De Mel" userId="4c5f3da3d4b3831e" providerId="LiveId" clId="{B08FD0CB-70A2-4A02-8FD0-D842F4DE2651}" dt="2024-07-28T14:11:47.079" v="2633" actId="255"/>
          <ac:spMkLst>
            <pc:docMk/>
            <pc:sldMk cId="4144860304" sldId="385"/>
            <ac:spMk id="3" creationId="{88D554AE-F6F7-4FE1-B9E3-C683CA020878}"/>
          </ac:spMkLst>
        </pc:spChg>
        <pc:spChg chg="add del mod">
          <ac:chgData name="Mane De Mel" userId="4c5f3da3d4b3831e" providerId="LiveId" clId="{B08FD0CB-70A2-4A02-8FD0-D842F4DE2651}" dt="2024-07-28T14:11:29.280" v="2631" actId="478"/>
          <ac:spMkLst>
            <pc:docMk/>
            <pc:sldMk cId="4144860304" sldId="385"/>
            <ac:spMk id="4" creationId="{DACF31C0-481C-2A1E-B5D0-BB3E2F662949}"/>
          </ac:spMkLst>
        </pc:spChg>
        <pc:spChg chg="mod">
          <ac:chgData name="Mane De Mel" userId="4c5f3da3d4b3831e" providerId="LiveId" clId="{B08FD0CB-70A2-4A02-8FD0-D842F4DE2651}" dt="2024-07-28T14:16:17.723" v="2634"/>
          <ac:spMkLst>
            <pc:docMk/>
            <pc:sldMk cId="4144860304" sldId="385"/>
            <ac:spMk id="12" creationId="{32ED1BAB-2D52-CFF0-A02E-ECB0DD6F7A82}"/>
          </ac:spMkLst>
        </pc:spChg>
      </pc:sldChg>
      <pc:sldChg chg="addSp delSp modSp add mod">
        <pc:chgData name="Mane De Mel" userId="4c5f3da3d4b3831e" providerId="LiveId" clId="{B08FD0CB-70A2-4A02-8FD0-D842F4DE2651}" dt="2024-07-28T14:59:18.243" v="3598" actId="20577"/>
        <pc:sldMkLst>
          <pc:docMk/>
          <pc:sldMk cId="1058238854" sldId="386"/>
        </pc:sldMkLst>
        <pc:spChg chg="mod">
          <ac:chgData name="Mane De Mel" userId="4c5f3da3d4b3831e" providerId="LiveId" clId="{B08FD0CB-70A2-4A02-8FD0-D842F4DE2651}" dt="2024-07-28T14:17:14.240" v="2652" actId="20577"/>
          <ac:spMkLst>
            <pc:docMk/>
            <pc:sldMk cId="1058238854" sldId="386"/>
            <ac:spMk id="2" creationId="{F375BAED-D63D-694B-B6A8-555E3BB2B95C}"/>
          </ac:spMkLst>
        </pc:spChg>
        <pc:spChg chg="mod">
          <ac:chgData name="Mane De Mel" userId="4c5f3da3d4b3831e" providerId="LiveId" clId="{B08FD0CB-70A2-4A02-8FD0-D842F4DE2651}" dt="2024-07-28T14:46:26.239" v="2809" actId="255"/>
          <ac:spMkLst>
            <pc:docMk/>
            <pc:sldMk cId="1058238854" sldId="386"/>
            <ac:spMk id="3" creationId="{88D554AE-F6F7-4FE1-B9E3-C683CA020878}"/>
          </ac:spMkLst>
        </pc:spChg>
        <pc:spChg chg="add del mod">
          <ac:chgData name="Mane De Mel" userId="4c5f3da3d4b3831e" providerId="LiveId" clId="{B08FD0CB-70A2-4A02-8FD0-D842F4DE2651}" dt="2024-07-28T14:46:06.155" v="2807" actId="478"/>
          <ac:spMkLst>
            <pc:docMk/>
            <pc:sldMk cId="1058238854" sldId="386"/>
            <ac:spMk id="4" creationId="{0DD41EF2-540E-6A5A-D78E-778CBB1EFA33}"/>
          </ac:spMkLst>
        </pc:spChg>
        <pc:spChg chg="mod">
          <ac:chgData name="Mane De Mel" userId="4c5f3da3d4b3831e" providerId="LiveId" clId="{B08FD0CB-70A2-4A02-8FD0-D842F4DE2651}" dt="2024-07-28T14:59:18.243" v="3598" actId="20577"/>
          <ac:spMkLst>
            <pc:docMk/>
            <pc:sldMk cId="1058238854" sldId="386"/>
            <ac:spMk id="12" creationId="{32ED1BAB-2D52-CFF0-A02E-ECB0DD6F7A8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7/28/2024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software from an application perspective. From all the available choices for an aspiring software engineer, It is important to observe the different opportunities of work and career progression. Follow your passions and interests. Make two sets -&gt; research the revenue of each of these application types and pick the ones that produce a good distribution of wealth ( 1</a:t>
            </a:r>
            <a:r>
              <a:rPr lang="en-US" baseline="30000" dirty="0"/>
              <a:t>st</a:t>
            </a:r>
            <a:r>
              <a:rPr lang="en-US" dirty="0"/>
              <a:t> set ) . For the second set pick 5 of the application types that interest you the most. Where the two sets intersect, you will find your answer.</a:t>
            </a:r>
            <a:endParaRPr lang="en-AU" dirty="0"/>
          </a:p>
        </p:txBody>
      </p:sp>
      <p:sp>
        <p:nvSpPr>
          <p:cNvPr id="4" name="Slide Number Placeholder 3"/>
          <p:cNvSpPr>
            <a:spLocks noGrp="1"/>
          </p:cNvSpPr>
          <p:nvPr>
            <p:ph type="sldNum" sz="quarter" idx="5"/>
          </p:nvPr>
        </p:nvSpPr>
        <p:spPr/>
        <p:txBody>
          <a:bodyPr/>
          <a:lstStyle/>
          <a:p>
            <a:fld id="{448FA329-FEDE-3F45-9805-68CDC9FBB0EA}" type="slidenum">
              <a:rPr lang="en-US" smtClean="0"/>
              <a:pPr/>
              <a:t>9</a:t>
            </a:fld>
            <a:endParaRPr lang="en-US" dirty="0"/>
          </a:p>
        </p:txBody>
      </p:sp>
    </p:spTree>
    <p:extLst>
      <p:ext uri="{BB962C8B-B14F-4D97-AF65-F5344CB8AC3E}">
        <p14:creationId xmlns:p14="http://schemas.microsoft.com/office/powerpoint/2010/main" val="357161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Explain the significance of each of the above facts and break down each of the details included.</a:t>
            </a:r>
          </a:p>
        </p:txBody>
      </p:sp>
      <p:sp>
        <p:nvSpPr>
          <p:cNvPr id="4" name="Slide Number Placeholder 3"/>
          <p:cNvSpPr>
            <a:spLocks noGrp="1"/>
          </p:cNvSpPr>
          <p:nvPr>
            <p:ph type="sldNum" sz="quarter" idx="5"/>
          </p:nvPr>
        </p:nvSpPr>
        <p:spPr/>
        <p:txBody>
          <a:bodyPr/>
          <a:lstStyle/>
          <a:p>
            <a:fld id="{448FA329-FEDE-3F45-9805-68CDC9FBB0EA}" type="slidenum">
              <a:rPr lang="en-US" smtClean="0"/>
              <a:pPr/>
              <a:t>24</a:t>
            </a:fld>
            <a:endParaRPr lang="en-US" dirty="0"/>
          </a:p>
        </p:txBody>
      </p:sp>
    </p:spTree>
    <p:extLst>
      <p:ext uri="{BB962C8B-B14F-4D97-AF65-F5344CB8AC3E}">
        <p14:creationId xmlns:p14="http://schemas.microsoft.com/office/powerpoint/2010/main" val="2216299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Spend a comprehensive 15 – 30 mins on here explaining the different concepts and syntax. Go to each of the links and references provided and read through important sections.</a:t>
            </a:r>
          </a:p>
        </p:txBody>
      </p:sp>
      <p:sp>
        <p:nvSpPr>
          <p:cNvPr id="4" name="Slide Number Placeholder 3"/>
          <p:cNvSpPr>
            <a:spLocks noGrp="1"/>
          </p:cNvSpPr>
          <p:nvPr>
            <p:ph type="sldNum" sz="quarter" idx="5"/>
          </p:nvPr>
        </p:nvSpPr>
        <p:spPr/>
        <p:txBody>
          <a:bodyPr/>
          <a:lstStyle/>
          <a:p>
            <a:fld id="{448FA329-FEDE-3F45-9805-68CDC9FBB0EA}" type="slidenum">
              <a:rPr lang="en-US" smtClean="0"/>
              <a:pPr/>
              <a:t>25</a:t>
            </a:fld>
            <a:endParaRPr lang="en-US" dirty="0"/>
          </a:p>
        </p:txBody>
      </p:sp>
    </p:spTree>
    <p:extLst>
      <p:ext uri="{BB962C8B-B14F-4D97-AF65-F5344CB8AC3E}">
        <p14:creationId xmlns:p14="http://schemas.microsoft.com/office/powerpoint/2010/main" val="15185211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3.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2" name="TextBox 1">
            <a:extLst>
              <a:ext uri="{FF2B5EF4-FFF2-40B4-BE49-F238E27FC236}">
                <a16:creationId xmlns:a16="http://schemas.microsoft.com/office/drawing/2014/main" id="{F200DFE7-625E-2A4A-87F4-054D063C8298}"/>
              </a:ext>
            </a:extLst>
          </p:cNvPr>
          <p:cNvSpPr txBox="1"/>
          <p:nvPr userDrawn="1"/>
        </p:nvSpPr>
        <p:spPr>
          <a:xfrm>
            <a:off x="9523751" y="6672102"/>
            <a:ext cx="2668249" cy="176488"/>
          </a:xfrm>
          <a:prstGeom prst="rect">
            <a:avLst/>
          </a:prstGeom>
          <a:noFill/>
        </p:spPr>
        <p:txBody>
          <a:bodyPr wrap="square" lIns="36000" tIns="36000" rIns="36000" bIns="36000" rtlCol="0">
            <a:noAutofit/>
          </a:bodyPr>
          <a:lstStyle/>
          <a:p>
            <a:pPr algn="r"/>
            <a:r>
              <a:rPr lang="en-US" sz="800" dirty="0">
                <a:solidFill>
                  <a:schemeClr val="bg1">
                    <a:lumMod val="75000"/>
                  </a:schemeClr>
                </a:solidFill>
              </a:rPr>
              <a:t>Updated: February 2023</a:t>
            </a:r>
          </a:p>
        </p:txBody>
      </p:sp>
      <p:pic>
        <p:nvPicPr>
          <p:cNvPr id="7" name="Picture 6" descr="A close up of a sign&#10;&#10;Description automatically generated">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l="-143" t="3375" b="5829"/>
          <a:stretch/>
        </p:blipFill>
        <p:spPr>
          <a:xfrm>
            <a:off x="3660000" y="9410"/>
            <a:ext cx="85320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dirty="0">
                <a:solidFill>
                  <a:schemeClr val="bg1">
                    <a:lumMod val="50000"/>
                  </a:schemeClr>
                </a:solidFill>
                <a:latin typeface="Arial" panose="020B0604020202020204" pitchFamily="34" charset="0"/>
                <a:cs typeface="Arial" panose="020B0604020202020204" pitchFamily="34" charset="0"/>
              </a:rPr>
              <a:t>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4" name="TextBox 3">
            <a:extLst>
              <a:ext uri="{FF2B5EF4-FFF2-40B4-BE49-F238E27FC236}">
                <a16:creationId xmlns:a16="http://schemas.microsoft.com/office/drawing/2014/main" id="{1CD00CF3-8D2B-F867-D50D-4B43506213B3}"/>
              </a:ext>
            </a:extLst>
          </p:cNvPr>
          <p:cNvSpPr txBox="1"/>
          <p:nvPr userDrawn="1"/>
        </p:nvSpPr>
        <p:spPr>
          <a:xfrm>
            <a:off x="9523751" y="6672102"/>
            <a:ext cx="2668249" cy="176488"/>
          </a:xfrm>
          <a:prstGeom prst="rect">
            <a:avLst/>
          </a:prstGeom>
          <a:noFill/>
        </p:spPr>
        <p:txBody>
          <a:bodyPr wrap="square" lIns="36000" tIns="36000" rIns="36000" bIns="36000" rtlCol="0">
            <a:noAutofit/>
          </a:bodyPr>
          <a:lstStyle/>
          <a:p>
            <a:pPr algn="r"/>
            <a:r>
              <a:rPr lang="en-US" sz="800" dirty="0">
                <a:solidFill>
                  <a:schemeClr val="bg1">
                    <a:lumMod val="50000"/>
                  </a:schemeClr>
                </a:solidFill>
              </a:rPr>
              <a:t>Updated: November 2022</a:t>
            </a:r>
          </a:p>
        </p:txBody>
      </p:sp>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dirty="0">
                <a:solidFill>
                  <a:schemeClr val="tx1">
                    <a:lumMod val="65000"/>
                    <a:lumOff val="35000"/>
                  </a:schemeClr>
                </a:solidFill>
                <a:latin typeface="Arial" panose="020B0604020202020204" pitchFamily="34" charset="0"/>
                <a:cs typeface="Arial" panose="020B0604020202020204" pitchFamily="34" charset="0"/>
              </a:rPr>
              <a:t>Victoria University, CRICOS No. 00124K (Melbourne), 02475D (Sydney and Brisbane), RTO 3113, TEQSA No. PRV12152, Provider Category: Australian University</a:t>
            </a:r>
          </a:p>
        </p:txBody>
      </p:sp>
      <p:pic>
        <p:nvPicPr>
          <p:cNvPr id="14" name="Picture 13">
            <a:extLst>
              <a:ext uri="{FF2B5EF4-FFF2-40B4-BE49-F238E27FC236}">
                <a16:creationId xmlns:a16="http://schemas.microsoft.com/office/drawing/2014/main" id="{1E5D646C-9049-385A-82BA-6705B572BB31}"/>
              </a:ext>
            </a:extLst>
          </p:cNvPr>
          <p:cNvPicPr>
            <a:picLocks noChangeAspect="1"/>
          </p:cNvPicPr>
          <p:nvPr userDrawn="1"/>
        </p:nvPicPr>
        <p:blipFill rotWithShape="1">
          <a:blip r:embed="rId3"/>
          <a:srcRect l="10629" t="43908" r="25688" b="9349"/>
          <a:stretch/>
        </p:blipFill>
        <p:spPr>
          <a:xfrm>
            <a:off x="4894728" y="0"/>
            <a:ext cx="7297271" cy="5356125"/>
          </a:xfrm>
          <a:prstGeom prst="rect">
            <a:avLst/>
          </a:prstGeom>
        </p:spPr>
      </p:pic>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a:srcRect/>
          <a:stretch/>
        </p:blipFill>
        <p:spPr>
          <a:xfrm>
            <a:off x="8834075" y="5211525"/>
            <a:ext cx="3097618" cy="1425798"/>
          </a:xfrm>
          <a:prstGeom prst="rect">
            <a:avLst/>
          </a:prstGeom>
        </p:spPr>
      </p:pic>
      <p:sp>
        <p:nvSpPr>
          <p:cNvPr id="4" name="TextBox 3">
            <a:extLst>
              <a:ext uri="{FF2B5EF4-FFF2-40B4-BE49-F238E27FC236}">
                <a16:creationId xmlns:a16="http://schemas.microsoft.com/office/drawing/2014/main" id="{EB69E8ED-B62A-E21A-0152-0724588F4792}"/>
              </a:ext>
            </a:extLst>
          </p:cNvPr>
          <p:cNvSpPr txBox="1"/>
          <p:nvPr userDrawn="1"/>
        </p:nvSpPr>
        <p:spPr>
          <a:xfrm>
            <a:off x="9523751" y="6672102"/>
            <a:ext cx="2668249" cy="176488"/>
          </a:xfrm>
          <a:prstGeom prst="rect">
            <a:avLst/>
          </a:prstGeom>
          <a:noFill/>
        </p:spPr>
        <p:txBody>
          <a:bodyPr wrap="square" lIns="36000" tIns="36000" rIns="36000" bIns="36000" rtlCol="0">
            <a:noAutofit/>
          </a:bodyPr>
          <a:lstStyle/>
          <a:p>
            <a:pPr algn="r"/>
            <a:r>
              <a:rPr lang="en-US" sz="800" dirty="0">
                <a:solidFill>
                  <a:schemeClr val="bg1">
                    <a:lumMod val="50000"/>
                  </a:schemeClr>
                </a:solidFill>
              </a:rPr>
              <a:t>Updated: November 2022</a:t>
            </a:r>
          </a:p>
        </p:txBody>
      </p:sp>
      <p:pic>
        <p:nvPicPr>
          <p:cNvPr id="5" name="Picture 4" descr="A close up of a sign&#10;&#10;Description automatically generated">
            <a:extLst>
              <a:ext uri="{FF2B5EF4-FFF2-40B4-BE49-F238E27FC236}">
                <a16:creationId xmlns:a16="http://schemas.microsoft.com/office/drawing/2014/main" id="{7B211F67-D172-3ABD-D470-D177FA787546}"/>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l="-143" t="3988" b="5216"/>
          <a:stretch/>
        </p:blipFill>
        <p:spPr>
          <a:xfrm>
            <a:off x="3660000" y="9410"/>
            <a:ext cx="8532000" cy="5328000"/>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dirty="0">
                <a:solidFill>
                  <a:schemeClr val="bg1">
                    <a:lumMod val="75000"/>
                  </a:schemeClr>
                </a:solidFill>
                <a:latin typeface="Arial" panose="020B0604020202020204" pitchFamily="34" charset="0"/>
                <a:cs typeface="Arial" panose="020B0604020202020204" pitchFamily="34" charset="0"/>
              </a:rPr>
              <a:t>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mj-lt"/>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Yulara/YUgarapul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mj-lt"/>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49196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latin typeface="+mj-lt"/>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mj-lt"/>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mj-lt"/>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mj-lt"/>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GB" dirty="0"/>
              <a:t>Click to edit Master title style</a:t>
            </a:r>
            <a:endParaRPr lang="en-US" dirty="0"/>
          </a:p>
        </p:txBody>
      </p:sp>
    </p:spTree>
    <p:extLst>
      <p:ext uri="{BB962C8B-B14F-4D97-AF65-F5344CB8AC3E}">
        <p14:creationId xmlns:p14="http://schemas.microsoft.com/office/powerpoint/2010/main" val="2764926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DF5B80F6-8FCF-2D41-996F-A0CCC0FE18B1}"/>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l="-1" r="25001" b="15968"/>
          <a:stretch/>
        </p:blipFill>
        <p:spPr>
          <a:xfrm>
            <a:off x="8273146" y="0"/>
            <a:ext cx="3918857" cy="6220408"/>
          </a:xfrm>
          <a:prstGeom prst="rect">
            <a:avLst/>
          </a:prstGeom>
        </p:spPr>
      </p:pic>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3CC082EA-557A-7E3E-1553-3A6D957F00F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30605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4" name="Picture 13">
            <a:extLst>
              <a:ext uri="{FF2B5EF4-FFF2-40B4-BE49-F238E27FC236}">
                <a16:creationId xmlns:a16="http://schemas.microsoft.com/office/drawing/2014/main" id="{91120042-ED4B-DC46-AD03-E75996EB421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 r="25001" b="15968"/>
          <a:stretch/>
        </p:blipFill>
        <p:spPr>
          <a:xfrm>
            <a:off x="8273146" y="0"/>
            <a:ext cx="3918857" cy="6220408"/>
          </a:xfrm>
          <a:prstGeom prst="rect">
            <a:avLst/>
          </a:prstGeom>
        </p:spPr>
      </p:pic>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B74BE770-9598-8245-5283-C11B8199D00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GB"/>
              <a:t>Click to edit Master title style</a:t>
            </a:r>
            <a:endParaRPr lang="en-US" dirty="0"/>
          </a:p>
        </p:txBody>
      </p:sp>
    </p:spTree>
    <p:extLst>
      <p:ext uri="{BB962C8B-B14F-4D97-AF65-F5344CB8AC3E}">
        <p14:creationId xmlns:p14="http://schemas.microsoft.com/office/powerpoint/2010/main" val="1451953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8A8711B-E79F-5326-348D-F0A7D055ACD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2057688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A6ACFEAF-1AF1-9740-A37F-73E2BB5D6E6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95" r="1238" b="15968"/>
          <a:stretch/>
        </p:blipFill>
        <p:spPr>
          <a:xfrm>
            <a:off x="7007997" y="2"/>
            <a:ext cx="5184000" cy="6231467"/>
          </a:xfrm>
          <a:prstGeom prst="rect">
            <a:avLst/>
          </a:prstGeom>
        </p:spPr>
      </p:pic>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C72EB1F6-4D3A-AE12-EC57-D63078498FED}"/>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2460496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A6D23F5D-2258-A242-9F57-A38784E8F3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B4CCB1ED-7E98-E99C-66E2-768B4A146A1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2372641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A804B77-0594-E843-B649-3BA00F39AE2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3"/>
          <a:stretch/>
        </p:blipFill>
        <p:spPr>
          <a:xfrm>
            <a:off x="8664000" y="2"/>
            <a:ext cx="3528000" cy="6247747"/>
          </a:xfrm>
          <a:prstGeom prst="rect">
            <a:avLst/>
          </a:prstGeom>
        </p:spPr>
      </p:pic>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TextBox 7">
            <a:extLst>
              <a:ext uri="{FF2B5EF4-FFF2-40B4-BE49-F238E27FC236}">
                <a16:creationId xmlns:a16="http://schemas.microsoft.com/office/drawing/2014/main" id="{738C6E61-B74E-89FB-341E-5832A69B817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19912964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DF17F556-3DCA-0648-8A6F-1FFCBB90D73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9506509" y="3"/>
            <a:ext cx="2685488" cy="6201305"/>
          </a:xfrm>
          <a:prstGeom prst="rect">
            <a:avLst/>
          </a:prstGeom>
        </p:spPr>
      </p:pic>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22040877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TextBox 7">
            <a:extLst>
              <a:ext uri="{FF2B5EF4-FFF2-40B4-BE49-F238E27FC236}">
                <a16:creationId xmlns:a16="http://schemas.microsoft.com/office/drawing/2014/main" id="{ADF82B76-C7C3-8349-83A7-1EEE055FAC8D}"/>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TextBox 7">
            <a:extLst>
              <a:ext uri="{FF2B5EF4-FFF2-40B4-BE49-F238E27FC236}">
                <a16:creationId xmlns:a16="http://schemas.microsoft.com/office/drawing/2014/main" id="{52150391-6E07-FB38-176C-0DAE8DDD2E3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Box 17">
            <a:extLst>
              <a:ext uri="{FF2B5EF4-FFF2-40B4-BE49-F238E27FC236}">
                <a16:creationId xmlns:a16="http://schemas.microsoft.com/office/drawing/2014/main" id="{F4207EFB-4816-F6D3-776F-5DEC5770F87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Box 8">
            <a:extLst>
              <a:ext uri="{FF2B5EF4-FFF2-40B4-BE49-F238E27FC236}">
                <a16:creationId xmlns:a16="http://schemas.microsoft.com/office/drawing/2014/main" id="{50DCE43C-B0DE-7D94-13CB-0C470DEA910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GB"/>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57D29AF0-C6B0-464D-5716-0E850F60042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GB"/>
              <a:t>Click to edit Master text styles</a:t>
            </a:r>
          </a:p>
        </p:txBody>
      </p:sp>
      <p:pic>
        <p:nvPicPr>
          <p:cNvPr id="10" name="Picture 9">
            <a:extLst>
              <a:ext uri="{FF2B5EF4-FFF2-40B4-BE49-F238E27FC236}">
                <a16:creationId xmlns:a16="http://schemas.microsoft.com/office/drawing/2014/main" id="{CA5B093F-4B87-F647-B0C7-DA7AA39A19F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9995997" y="1130321"/>
            <a:ext cx="2196000" cy="5070984"/>
          </a:xfrm>
          <a:prstGeom prst="rect">
            <a:avLst/>
          </a:prstGeom>
        </p:spPr>
      </p:pic>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TextBox 7">
            <a:extLst>
              <a:ext uri="{FF2B5EF4-FFF2-40B4-BE49-F238E27FC236}">
                <a16:creationId xmlns:a16="http://schemas.microsoft.com/office/drawing/2014/main" id="{EA906F30-3214-0DC5-8930-44268753DF5D}"/>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1" name="TextBox 10">
            <a:extLst>
              <a:ext uri="{FF2B5EF4-FFF2-40B4-BE49-F238E27FC236}">
                <a16:creationId xmlns:a16="http://schemas.microsoft.com/office/drawing/2014/main" id="{E131F44C-964B-7C82-F552-2B1CDB6F163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GB"/>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18FA37F4-2878-E787-354F-1AABAA81C51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GB"/>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GB"/>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GB"/>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2534EDFF-A8F6-739E-4335-933F2790578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E1F1FB39-5CF4-46F8-87D5-50999A9460B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E1F1FB39-5CF4-46F8-87D5-50999A9460B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8" name="Picture 17">
            <a:extLst>
              <a:ext uri="{FF2B5EF4-FFF2-40B4-BE49-F238E27FC236}">
                <a16:creationId xmlns:a16="http://schemas.microsoft.com/office/drawing/2014/main" id="{B6CE6275-A9BF-3342-913A-7D8030C8BDE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97" r="22563" b="15968"/>
          <a:stretch/>
        </p:blipFill>
        <p:spPr>
          <a:xfrm>
            <a:off x="8124000" y="2"/>
            <a:ext cx="4068000" cy="6231467"/>
          </a:xfrm>
          <a:prstGeom prst="rect">
            <a:avLst/>
          </a:prstGeom>
        </p:spPr>
      </p:pic>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DE8618C8-733A-D74F-466C-2F7554C49B9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7557609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8" name="Picture 17">
            <a:extLst>
              <a:ext uri="{FF2B5EF4-FFF2-40B4-BE49-F238E27FC236}">
                <a16:creationId xmlns:a16="http://schemas.microsoft.com/office/drawing/2014/main" id="{B6CE6275-A9BF-3342-913A-7D8030C8BDE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97" r="22563" b="15968"/>
          <a:stretch/>
        </p:blipFill>
        <p:spPr>
          <a:xfrm>
            <a:off x="8124000" y="2"/>
            <a:ext cx="4068000" cy="6231467"/>
          </a:xfrm>
          <a:prstGeom prst="rect">
            <a:avLst/>
          </a:prstGeom>
        </p:spPr>
      </p:pic>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DE8618C8-733A-D74F-466C-2F7554C49B9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193412"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F3297640-917F-EA4C-A564-1BF6857678D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4"/>
          <a:stretch/>
        </p:blipFill>
        <p:spPr>
          <a:xfrm rot="5400000">
            <a:off x="7240306" y="1279735"/>
            <a:ext cx="6231469" cy="3672000"/>
          </a:xfrm>
          <a:prstGeom prst="rect">
            <a:avLst/>
          </a:prstGeom>
        </p:spPr>
      </p:pic>
      <p:pic>
        <p:nvPicPr>
          <p:cNvPr id="17" name="Picture 16">
            <a:extLst>
              <a:ext uri="{FF2B5EF4-FFF2-40B4-BE49-F238E27FC236}">
                <a16:creationId xmlns:a16="http://schemas.microsoft.com/office/drawing/2014/main" id="{A4130A89-605B-4A48-935C-8642609FBF7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C00C5967-C490-83BC-A0BE-1DEBF7E1FB5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0A69FEC5-7C0E-E1AB-EC4B-B0467192B62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C0484D75-D1E0-1D8F-E64E-33B1BC52606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9FFE8414-5005-70D5-A041-AC6D45A81978}"/>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5765482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7" y="1588958"/>
            <a:ext cx="7967275"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2B6F24A0-95AD-1745-8C09-B2270CCA007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5666" r="3537"/>
          <a:stretch/>
        </p:blipFill>
        <p:spPr>
          <a:xfrm>
            <a:off x="9085052" y="0"/>
            <a:ext cx="3106947" cy="6217128"/>
          </a:xfrm>
          <a:prstGeom prst="rect">
            <a:avLst/>
          </a:prstGeom>
        </p:spPr>
      </p:pic>
      <p:pic>
        <p:nvPicPr>
          <p:cNvPr id="17" name="Picture 16">
            <a:extLst>
              <a:ext uri="{FF2B5EF4-FFF2-40B4-BE49-F238E27FC236}">
                <a16:creationId xmlns:a16="http://schemas.microsoft.com/office/drawing/2014/main" id="{F432DEDF-F042-214B-97D6-7EAD460D6D40}"/>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2D89606C-4245-495C-222C-838F2BC354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BD2B5880-D001-EFE3-9D7C-335AA197C04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7EAD672-C441-50D2-981C-BB707514639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5A65FB8-80F4-913D-06F6-4F09C261DAE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8526779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8"/>
          <a:stretch/>
        </p:blipFill>
        <p:spPr>
          <a:xfrm>
            <a:off x="9425872" y="2"/>
            <a:ext cx="2736240" cy="6247747"/>
          </a:xfrm>
          <a:prstGeom prst="rect">
            <a:avLst/>
          </a:prstGeom>
        </p:spPr>
      </p:pic>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DD303DFF-6C76-F944-907B-2454DEC2B922}"/>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35110859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1B504DDE-E5B7-318B-FDD8-D2F67B9307C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17928350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0833DB26-F7DE-C977-32F9-F7E0054B1E9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26253876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8"/>
          <a:stretch/>
        </p:blipFill>
        <p:spPr>
          <a:xfrm>
            <a:off x="9425872" y="2"/>
            <a:ext cx="2736240" cy="6247747"/>
          </a:xfrm>
          <a:prstGeom prst="rect">
            <a:avLst/>
          </a:prstGeom>
        </p:spPr>
      </p:pic>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A063EBC1-0D40-B1A9-7715-20AC82FE2A4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29235334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37DD00A4-6929-7BBE-A51D-CC4CC412E3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7432841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 r="25001" b="15968"/>
          <a:stretch/>
        </p:blipFill>
        <p:spPr>
          <a:xfrm>
            <a:off x="8273146" y="-19103"/>
            <a:ext cx="3918857" cy="6220408"/>
          </a:xfrm>
          <a:prstGeom prst="rect">
            <a:avLst/>
          </a:prstGeom>
        </p:spPr>
      </p:pic>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10F96812-8770-BF32-C0F8-8703F6E15AB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30377803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10027"/>
            <a:ext cx="12192000" cy="62960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28267" b="17413"/>
          <a:stretch/>
        </p:blipFill>
        <p:spPr>
          <a:xfrm>
            <a:off x="8301653" y="60966"/>
            <a:ext cx="3663923" cy="5975683"/>
          </a:xfrm>
          <a:prstGeom prst="rect">
            <a:avLst/>
          </a:prstGeom>
        </p:spPr>
      </p:pic>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8" y="343837"/>
            <a:ext cx="7901915"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09"/>
            <a:ext cx="7901915" cy="4240409"/>
          </a:xfrm>
        </p:spPr>
        <p:txBody>
          <a:bodyPr/>
          <a:lstStyle>
            <a:lvl1pPr>
              <a:buClr>
                <a:schemeClr val="bg1"/>
              </a:buClr>
              <a:defRPr>
                <a:solidFill>
                  <a:schemeClr val="bg1"/>
                </a:solidFill>
              </a:defRPr>
            </a:lvl1pPr>
            <a:lvl2pPr>
              <a:buClr>
                <a:schemeClr val="tx1">
                  <a:lumMod val="75000"/>
                  <a:lumOff val="25000"/>
                </a:schemeClr>
              </a:buClr>
              <a:defRPr/>
            </a:lvl2pPr>
            <a:lvl3pPr>
              <a:buClr>
                <a:schemeClr val="bg1"/>
              </a:buClr>
              <a:defRPr>
                <a:solidFill>
                  <a:schemeClr val="bg1"/>
                </a:solidFill>
              </a:defRPr>
            </a:lvl3pPr>
            <a:lvl4pPr>
              <a:buClr>
                <a:schemeClr val="tx1">
                  <a:lumMod val="75000"/>
                  <a:lumOff val="25000"/>
                </a:schemeClr>
              </a:buClr>
              <a:defRPr/>
            </a:lvl4pPr>
            <a:lvl5pPr>
              <a:buClr>
                <a:schemeClr val="tx1">
                  <a:lumMod val="75000"/>
                  <a:lumOff val="25000"/>
                </a:schemeClr>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01E7B765-29AD-D041-8996-E0C5AD22F0A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8F66238-664B-8649-BCE0-B606D4C6148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5D93003E-C7EE-5E37-C687-AA33F8138FE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3" name="TextBox 2">
            <a:extLst>
              <a:ext uri="{FF2B5EF4-FFF2-40B4-BE49-F238E27FC236}">
                <a16:creationId xmlns:a16="http://schemas.microsoft.com/office/drawing/2014/main" id="{09A6A09E-525D-3B08-748B-F58AE343D89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1BCEC65-3D2D-4ECC-74E7-23E9C22F642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3BE6FC65-E926-492F-C7C2-795576E17FB9}"/>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34460313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B0D082-532E-0C4B-A63A-DE916B15A041}"/>
              </a:ext>
            </a:extLst>
          </p:cNvPr>
          <p:cNvSpPr/>
          <p:nvPr userDrawn="1"/>
        </p:nvSpPr>
        <p:spPr>
          <a:xfrm>
            <a:off x="0" y="2"/>
            <a:ext cx="12192000" cy="630408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8F86098C-802D-4842-829E-BD3A7BAABB7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0526" t="10525" r="17520" b="28923"/>
          <a:stretch/>
        </p:blipFill>
        <p:spPr>
          <a:xfrm>
            <a:off x="5604000" y="687467"/>
            <a:ext cx="6588000" cy="5544000"/>
          </a:xfrm>
          <a:prstGeom prst="rect">
            <a:avLst/>
          </a:prstGeom>
        </p:spPr>
      </p:pic>
      <p:pic>
        <p:nvPicPr>
          <p:cNvPr id="20" name="Picture 19">
            <a:extLst>
              <a:ext uri="{FF2B5EF4-FFF2-40B4-BE49-F238E27FC236}">
                <a16:creationId xmlns:a16="http://schemas.microsoft.com/office/drawing/2014/main" id="{06A63F77-8A17-484B-8D2E-AEFC04BA46A3}"/>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6853091" y="1199214"/>
            <a:ext cx="4228895" cy="5038684"/>
          </a:xfrm>
          <a:prstGeom prst="rect">
            <a:avLst/>
          </a:prstGeom>
          <a:scene3d>
            <a:camera prst="obliqueBottomLeft"/>
            <a:lightRig rig="threePt" dir="t"/>
          </a:scene3d>
        </p:spPr>
      </p:pic>
      <p:sp>
        <p:nvSpPr>
          <p:cNvPr id="14" name="Rectangle 13">
            <a:extLst>
              <a:ext uri="{FF2B5EF4-FFF2-40B4-BE49-F238E27FC236}">
                <a16:creationId xmlns:a16="http://schemas.microsoft.com/office/drawing/2014/main" id="{850B161F-A667-DC45-9D4B-A5B87009165F}"/>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8E3361E8-A545-E448-95AF-9E9F9D5AF6C7}"/>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Box 8">
            <a:extLst>
              <a:ext uri="{FF2B5EF4-FFF2-40B4-BE49-F238E27FC236}">
                <a16:creationId xmlns:a16="http://schemas.microsoft.com/office/drawing/2014/main" id="{627113B9-8B2C-E125-3F8C-5B3ACEF6A62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10" name="TextBox 9">
            <a:extLst>
              <a:ext uri="{FF2B5EF4-FFF2-40B4-BE49-F238E27FC236}">
                <a16:creationId xmlns:a16="http://schemas.microsoft.com/office/drawing/2014/main" id="{7BC11C84-B064-B99E-43DB-D2C1DCDD04B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5" name="Straight Connector 14">
            <a:extLst>
              <a:ext uri="{FF2B5EF4-FFF2-40B4-BE49-F238E27FC236}">
                <a16:creationId xmlns:a16="http://schemas.microsoft.com/office/drawing/2014/main" id="{16800DD4-1065-7F1B-AC35-3F3A288B9F5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ooter Placeholder 4">
            <a:extLst>
              <a:ext uri="{FF2B5EF4-FFF2-40B4-BE49-F238E27FC236}">
                <a16:creationId xmlns:a16="http://schemas.microsoft.com/office/drawing/2014/main" id="{A314A540-C662-8697-E0F1-CE71F863FDF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7" name="Content Placeholder 2">
            <a:extLst>
              <a:ext uri="{FF2B5EF4-FFF2-40B4-BE49-F238E27FC236}">
                <a16:creationId xmlns:a16="http://schemas.microsoft.com/office/drawing/2014/main" id="{3E821C9C-8F08-EBD6-1654-C5B7631669D5}"/>
              </a:ext>
            </a:extLst>
          </p:cNvPr>
          <p:cNvSpPr>
            <a:spLocks noGrp="1"/>
          </p:cNvSpPr>
          <p:nvPr>
            <p:ph sz="half" idx="1" hasCustomPrompt="1"/>
          </p:nvPr>
        </p:nvSpPr>
        <p:spPr>
          <a:xfrm>
            <a:off x="399737" y="1439113"/>
            <a:ext cx="682552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itle Placeholder 1">
            <a:extLst>
              <a:ext uri="{FF2B5EF4-FFF2-40B4-BE49-F238E27FC236}">
                <a16:creationId xmlns:a16="http://schemas.microsoft.com/office/drawing/2014/main" id="{16AB4451-851A-AA2C-AF0A-2C6292E77C9A}"/>
              </a:ext>
            </a:extLst>
          </p:cNvPr>
          <p:cNvSpPr>
            <a:spLocks noGrp="1"/>
          </p:cNvSpPr>
          <p:nvPr>
            <p:ph type="title"/>
          </p:nvPr>
        </p:nvSpPr>
        <p:spPr>
          <a:xfrm>
            <a:off x="399738" y="343837"/>
            <a:ext cx="7867337"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8361802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B0D082-532E-0C4B-A63A-DE916B15A041}"/>
              </a:ext>
            </a:extLst>
          </p:cNvPr>
          <p:cNvSpPr/>
          <p:nvPr userDrawn="1"/>
        </p:nvSpPr>
        <p:spPr>
          <a:xfrm>
            <a:off x="0" y="2"/>
            <a:ext cx="12192000" cy="63040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4" name="Picture 3">
            <a:extLst>
              <a:ext uri="{FF2B5EF4-FFF2-40B4-BE49-F238E27FC236}">
                <a16:creationId xmlns:a16="http://schemas.microsoft.com/office/drawing/2014/main" id="{AEB8D8DF-C1D5-B34C-A63B-F646DD20CD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943" t="10526" r="17323" b="21882"/>
          <a:stretch/>
        </p:blipFill>
        <p:spPr>
          <a:xfrm>
            <a:off x="5568003" y="702000"/>
            <a:ext cx="6623999" cy="6156000"/>
          </a:xfrm>
          <a:prstGeom prst="rect">
            <a:avLst/>
          </a:prstGeom>
        </p:spPr>
      </p:pic>
      <p:sp>
        <p:nvSpPr>
          <p:cNvPr id="13" name="Rectangle 12">
            <a:extLst>
              <a:ext uri="{FF2B5EF4-FFF2-40B4-BE49-F238E27FC236}">
                <a16:creationId xmlns:a16="http://schemas.microsoft.com/office/drawing/2014/main" id="{E0FE32E2-28D7-5843-85AD-94DFA090376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04BEDF10-D9BE-2D44-9598-BACF8052FB09}"/>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8"/>
          <a:stretch/>
        </p:blipFill>
        <p:spPr>
          <a:xfrm>
            <a:off x="6501913" y="1227467"/>
            <a:ext cx="5904979" cy="5004000"/>
          </a:xfrm>
          <a:prstGeom prst="rect">
            <a:avLst/>
          </a:prstGeom>
        </p:spPr>
      </p:pic>
      <p:pic>
        <p:nvPicPr>
          <p:cNvPr id="18" name="Picture 17">
            <a:extLst>
              <a:ext uri="{FF2B5EF4-FFF2-40B4-BE49-F238E27FC236}">
                <a16:creationId xmlns:a16="http://schemas.microsoft.com/office/drawing/2014/main" id="{C5918C3F-BA92-5E45-87DB-94CA45B1CAB8}"/>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0" name="TextBox 9">
            <a:extLst>
              <a:ext uri="{FF2B5EF4-FFF2-40B4-BE49-F238E27FC236}">
                <a16:creationId xmlns:a16="http://schemas.microsoft.com/office/drawing/2014/main" id="{B967EF1A-AF6E-5467-F0D4-72343F1159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A8230C51-6DBB-A568-9F43-841A750C61C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5692C4C3-BCC2-27FD-055F-70098768D8E9}"/>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A30D74B7-0098-FA66-AA0D-2FF0B982702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Content Placeholder 2">
            <a:extLst>
              <a:ext uri="{FF2B5EF4-FFF2-40B4-BE49-F238E27FC236}">
                <a16:creationId xmlns:a16="http://schemas.microsoft.com/office/drawing/2014/main" id="{654B3AD7-E745-9F97-32F9-00800F807AAD}"/>
              </a:ext>
            </a:extLst>
          </p:cNvPr>
          <p:cNvSpPr>
            <a:spLocks noGrp="1"/>
          </p:cNvSpPr>
          <p:nvPr>
            <p:ph sz="half" idx="1" hasCustomPrompt="1"/>
          </p:nvPr>
        </p:nvSpPr>
        <p:spPr>
          <a:xfrm>
            <a:off x="399737" y="1439113"/>
            <a:ext cx="682552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F375F178-8656-6530-AA1F-1E3CD3EBD674}"/>
              </a:ext>
            </a:extLst>
          </p:cNvPr>
          <p:cNvSpPr>
            <a:spLocks noGrp="1"/>
          </p:cNvSpPr>
          <p:nvPr>
            <p:ph type="title"/>
          </p:nvPr>
        </p:nvSpPr>
        <p:spPr>
          <a:xfrm>
            <a:off x="399738" y="343837"/>
            <a:ext cx="7867337"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31258537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B0D082-532E-0C4B-A63A-DE916B15A041}"/>
              </a:ext>
            </a:extLst>
          </p:cNvPr>
          <p:cNvSpPr/>
          <p:nvPr userDrawn="1"/>
        </p:nvSpPr>
        <p:spPr>
          <a:xfrm>
            <a:off x="0" y="2"/>
            <a:ext cx="12192000" cy="63040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8F86098C-802D-4842-829E-BD3A7BAABB7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0526" t="10525" r="17520" b="28923"/>
          <a:stretch/>
        </p:blipFill>
        <p:spPr>
          <a:xfrm>
            <a:off x="5604000" y="687467"/>
            <a:ext cx="6588000" cy="5544000"/>
          </a:xfrm>
          <a:prstGeom prst="rect">
            <a:avLst/>
          </a:prstGeom>
        </p:spPr>
      </p:pic>
      <p:pic>
        <p:nvPicPr>
          <p:cNvPr id="19" name="Picture 18">
            <a:extLst>
              <a:ext uri="{FF2B5EF4-FFF2-40B4-BE49-F238E27FC236}">
                <a16:creationId xmlns:a16="http://schemas.microsoft.com/office/drawing/2014/main" id="{409E8E4F-0B5D-EE4C-99E9-F13840FAA4A8}"/>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7474591" y="1360995"/>
            <a:ext cx="3945271" cy="4875759"/>
          </a:xfrm>
          <a:prstGeom prst="rect">
            <a:avLst/>
          </a:prstGeom>
          <a:scene3d>
            <a:camera prst="obliqueBottomLeft"/>
            <a:lightRig rig="threePt" dir="t"/>
          </a:scene3d>
        </p:spPr>
      </p:pic>
      <p:sp>
        <p:nvSpPr>
          <p:cNvPr id="14" name="Rectangle 13">
            <a:extLst>
              <a:ext uri="{FF2B5EF4-FFF2-40B4-BE49-F238E27FC236}">
                <a16:creationId xmlns:a16="http://schemas.microsoft.com/office/drawing/2014/main" id="{850B161F-A667-DC45-9D4B-A5B87009165F}"/>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BA6969B-50B7-794D-A1D5-201E3B54B026}"/>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Box 8">
            <a:extLst>
              <a:ext uri="{FF2B5EF4-FFF2-40B4-BE49-F238E27FC236}">
                <a16:creationId xmlns:a16="http://schemas.microsoft.com/office/drawing/2014/main" id="{5CB6F3F0-45F0-82D2-BC4B-2BB9937BF36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AFC90A15-BDE4-200A-2D8D-86D4DCD3F81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67431B5-4CB7-4C6B-A6DC-084337CE25E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37A5353B-5717-9622-DA0D-BE25CFA77EA9}"/>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Content Placeholder 2">
            <a:extLst>
              <a:ext uri="{FF2B5EF4-FFF2-40B4-BE49-F238E27FC236}">
                <a16:creationId xmlns:a16="http://schemas.microsoft.com/office/drawing/2014/main" id="{5FA0D552-E5D7-27B2-5B4B-9ABD4D5FCE1F}"/>
              </a:ext>
            </a:extLst>
          </p:cNvPr>
          <p:cNvSpPr>
            <a:spLocks noGrp="1"/>
          </p:cNvSpPr>
          <p:nvPr>
            <p:ph sz="half" idx="1" hasCustomPrompt="1"/>
          </p:nvPr>
        </p:nvSpPr>
        <p:spPr>
          <a:xfrm>
            <a:off x="399737" y="1439113"/>
            <a:ext cx="6825522" cy="4455366"/>
          </a:xfrm>
        </p:spPr>
        <p:txBody>
          <a:bodyPr/>
          <a:lstStyle>
            <a:lvl1pPr>
              <a:buClr>
                <a:schemeClr val="accent1"/>
              </a:buCl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buClr>
                <a:schemeClr val="accent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E2408BB8-12A4-3ADF-7AD8-1AB2AA160750}"/>
              </a:ext>
            </a:extLst>
          </p:cNvPr>
          <p:cNvSpPr>
            <a:spLocks noGrp="1"/>
          </p:cNvSpPr>
          <p:nvPr>
            <p:ph type="title"/>
          </p:nvPr>
        </p:nvSpPr>
        <p:spPr>
          <a:xfrm>
            <a:off x="399738" y="343837"/>
            <a:ext cx="7867337" cy="443198"/>
          </a:xfrm>
          <a:prstGeom prst="rect">
            <a:avLst/>
          </a:prstGeom>
        </p:spPr>
        <p:txBody>
          <a:bodyPr vert="horz" wrap="square" lIns="0" tIns="0" rIns="0" bIns="0" rtlCol="0" anchor="t" anchorCtr="0">
            <a:spAutoFit/>
          </a:bodyPr>
          <a:lstStyle>
            <a:lvl1pPr>
              <a:defRPr>
                <a:solidFill>
                  <a:schemeClr val="bg1"/>
                </a:solidFill>
              </a:defRPr>
            </a:lvl1pPr>
          </a:lstStyle>
          <a:p>
            <a:r>
              <a:rPr lang="en-GB"/>
              <a:t>Click to edit Master title style</a:t>
            </a:r>
            <a:endParaRPr lang="en-US" dirty="0"/>
          </a:p>
        </p:txBody>
      </p:sp>
    </p:spTree>
    <p:extLst>
      <p:ext uri="{BB962C8B-B14F-4D97-AF65-F5344CB8AC3E}">
        <p14:creationId xmlns:p14="http://schemas.microsoft.com/office/powerpoint/2010/main" val="30741430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B0D082-532E-0C4B-A63A-DE916B15A041}"/>
              </a:ext>
            </a:extLst>
          </p:cNvPr>
          <p:cNvSpPr/>
          <p:nvPr userDrawn="1"/>
        </p:nvSpPr>
        <p:spPr>
          <a:xfrm>
            <a:off x="0" y="2"/>
            <a:ext cx="12192000" cy="63040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989B0275-0A9C-EC4E-94EA-9EC2826418A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0526" t="10525" r="17520" b="28923"/>
          <a:stretch/>
        </p:blipFill>
        <p:spPr>
          <a:xfrm>
            <a:off x="5604000" y="687467"/>
            <a:ext cx="6588000" cy="5544000"/>
          </a:xfrm>
          <a:prstGeom prst="rect">
            <a:avLst/>
          </a:prstGeom>
        </p:spPr>
      </p:pic>
      <p:pic>
        <p:nvPicPr>
          <p:cNvPr id="19" name="Picture 18">
            <a:extLst>
              <a:ext uri="{FF2B5EF4-FFF2-40B4-BE49-F238E27FC236}">
                <a16:creationId xmlns:a16="http://schemas.microsoft.com/office/drawing/2014/main" id="{2A672714-616E-0247-AC54-5BB30E4C3C6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698955" y="1386000"/>
            <a:ext cx="3344188" cy="5472000"/>
          </a:xfrm>
          <a:prstGeom prst="rect">
            <a:avLst/>
          </a:prstGeom>
          <a:scene3d>
            <a:camera prst="obliqueBottomLeft"/>
            <a:lightRig rig="threePt" dir="t"/>
          </a:scene3d>
        </p:spPr>
      </p:pic>
      <p:sp>
        <p:nvSpPr>
          <p:cNvPr id="13" name="Rectangle 12">
            <a:extLst>
              <a:ext uri="{FF2B5EF4-FFF2-40B4-BE49-F238E27FC236}">
                <a16:creationId xmlns:a16="http://schemas.microsoft.com/office/drawing/2014/main" id="{E0FE32E2-28D7-5843-85AD-94DFA0903763}"/>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8" name="Picture 17">
            <a:extLst>
              <a:ext uri="{FF2B5EF4-FFF2-40B4-BE49-F238E27FC236}">
                <a16:creationId xmlns:a16="http://schemas.microsoft.com/office/drawing/2014/main" id="{28527A17-F2A0-584B-8ECC-103EC2E9F088}"/>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Box 8">
            <a:extLst>
              <a:ext uri="{FF2B5EF4-FFF2-40B4-BE49-F238E27FC236}">
                <a16:creationId xmlns:a16="http://schemas.microsoft.com/office/drawing/2014/main" id="{8D7BDFDA-DC09-8CD8-F353-8C6FC341032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US" sz="800" dirty="0">
                <a:solidFill>
                  <a:schemeClr val="bg1">
                    <a:lumMod val="65000"/>
                  </a:schemeClr>
                </a:solidFill>
              </a:rPr>
              <a:t>Victoria University, CRICOS No. 00124K (Melbourne), 02475D (Sydney and Brisbane), RTO 3113, TEQSA No. PRV12152, Provider Category: Australian University</a:t>
            </a:r>
          </a:p>
          <a:p>
            <a:endParaRPr lang="en-US" sz="800" dirty="0">
              <a:solidFill>
                <a:schemeClr val="bg1">
                  <a:lumMod val="50000"/>
                </a:schemeClr>
              </a:solidFill>
            </a:endParaRPr>
          </a:p>
        </p:txBody>
      </p:sp>
      <p:sp>
        <p:nvSpPr>
          <p:cNvPr id="2" name="TextBox 1">
            <a:extLst>
              <a:ext uri="{FF2B5EF4-FFF2-40B4-BE49-F238E27FC236}">
                <a16:creationId xmlns:a16="http://schemas.microsoft.com/office/drawing/2014/main" id="{6A7D47D9-E2A8-6C0D-5E1B-0D11173AFB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65462AA-B5CB-2714-97CE-BA4D3EAD7E1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D017E0EB-AD62-6DCA-714E-1A611ADD3F5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Content Placeholder 2">
            <a:extLst>
              <a:ext uri="{FF2B5EF4-FFF2-40B4-BE49-F238E27FC236}">
                <a16:creationId xmlns:a16="http://schemas.microsoft.com/office/drawing/2014/main" id="{959C8BDC-01A4-410E-3C3F-0577ED397077}"/>
              </a:ext>
            </a:extLst>
          </p:cNvPr>
          <p:cNvSpPr>
            <a:spLocks noGrp="1"/>
          </p:cNvSpPr>
          <p:nvPr>
            <p:ph sz="half" idx="1" hasCustomPrompt="1"/>
          </p:nvPr>
        </p:nvSpPr>
        <p:spPr>
          <a:xfrm>
            <a:off x="399737" y="1439113"/>
            <a:ext cx="682552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BBE36773-CFAE-2BDD-7D62-C5A46D531AE7}"/>
              </a:ext>
            </a:extLst>
          </p:cNvPr>
          <p:cNvSpPr>
            <a:spLocks noGrp="1"/>
          </p:cNvSpPr>
          <p:nvPr>
            <p:ph type="title"/>
          </p:nvPr>
        </p:nvSpPr>
        <p:spPr>
          <a:xfrm>
            <a:off x="399738" y="343837"/>
            <a:ext cx="7867337" cy="443198"/>
          </a:xfrm>
          <a:prstGeom prst="rect">
            <a:avLst/>
          </a:prstGeom>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28484964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8" name="Picture 7">
            <a:extLst>
              <a:ext uri="{FF2B5EF4-FFF2-40B4-BE49-F238E27FC236}">
                <a16:creationId xmlns:a16="http://schemas.microsoft.com/office/drawing/2014/main" id="{2B0C05D0-3A9C-8C43-B0DE-424D3BD9D422}"/>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t="-6"/>
          <a:stretch/>
        </p:blipFill>
        <p:spPr>
          <a:xfrm rot="5400000">
            <a:off x="6904061" y="651724"/>
            <a:ext cx="5678424" cy="4604128"/>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13" name="TextBox 12">
            <a:extLst>
              <a:ext uri="{FF2B5EF4-FFF2-40B4-BE49-F238E27FC236}">
                <a16:creationId xmlns:a16="http://schemas.microsoft.com/office/drawing/2014/main" id="{5CC42EA8-3CDA-414F-8DD1-1D78711BED7B}"/>
              </a:ext>
            </a:extLst>
          </p:cNvPr>
          <p:cNvSpPr txBox="1"/>
          <p:nvPr userDrawn="1"/>
        </p:nvSpPr>
        <p:spPr>
          <a:xfrm>
            <a:off x="3657600" y="6662186"/>
            <a:ext cx="7862728" cy="195814"/>
          </a:xfrm>
          <a:prstGeom prst="rect">
            <a:avLst/>
          </a:prstGeom>
          <a:noFill/>
        </p:spPr>
        <p:txBody>
          <a:bodyPr wrap="square" lIns="36000" tIns="36000" rIns="0" bIns="36000" rtlCol="0">
            <a:noAutofit/>
          </a:bodyPr>
          <a:lstStyle/>
          <a:p>
            <a:pPr algn="r"/>
            <a:r>
              <a:rPr lang="en-US" sz="800" dirty="0">
                <a:solidFill>
                  <a:schemeClr val="tx1">
                    <a:lumMod val="75000"/>
                    <a:lumOff val="25000"/>
                  </a:schemeClr>
                </a:solidFill>
              </a:rPr>
              <a:t>Victoria University, CRICOS No. 00124K (Melbourne), 02475D (Sydney and Brisbane), RTO 3113, TEQSA No. PRV12152, Provider Category: Australian University</a:t>
            </a:r>
          </a:p>
          <a:p>
            <a:pPr algn="r"/>
            <a:endParaRPr lang="en-US" sz="800" dirty="0">
              <a:solidFill>
                <a:schemeClr val="tx1"/>
              </a:solidFill>
            </a:endParaRPr>
          </a:p>
        </p:txBody>
      </p:sp>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Tree>
    <p:extLst>
      <p:ext uri="{BB962C8B-B14F-4D97-AF65-F5344CB8AC3E}">
        <p14:creationId xmlns:p14="http://schemas.microsoft.com/office/powerpoint/2010/main" val="122280688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93" r="-293" b="15968"/>
          <a:stretch/>
        </p:blipFill>
        <p:spPr>
          <a:xfrm>
            <a:off x="7379208" y="73153"/>
            <a:ext cx="4750992" cy="5623764"/>
          </a:xfrm>
          <a:prstGeom prst="rect">
            <a:avLst/>
          </a:prstGeom>
        </p:spPr>
      </p:pic>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2" name="TextBox 1">
            <a:extLst>
              <a:ext uri="{FF2B5EF4-FFF2-40B4-BE49-F238E27FC236}">
                <a16:creationId xmlns:a16="http://schemas.microsoft.com/office/drawing/2014/main" id="{E8721338-CF20-CD88-2F1B-3F3E974AB8CE}"/>
              </a:ext>
            </a:extLst>
          </p:cNvPr>
          <p:cNvSpPr txBox="1"/>
          <p:nvPr userDrawn="1"/>
        </p:nvSpPr>
        <p:spPr>
          <a:xfrm>
            <a:off x="3657600" y="6662186"/>
            <a:ext cx="7957547" cy="195814"/>
          </a:xfrm>
          <a:prstGeom prst="rect">
            <a:avLst/>
          </a:prstGeom>
          <a:noFill/>
        </p:spPr>
        <p:txBody>
          <a:bodyPr wrap="square" lIns="36000" tIns="36000" rIns="36000" bIns="36000" rtlCol="0">
            <a:noAutofit/>
          </a:bodyPr>
          <a:lstStyle/>
          <a:p>
            <a:pPr algn="r"/>
            <a:r>
              <a:rPr lang="en-US" sz="800" dirty="0">
                <a:solidFill>
                  <a:schemeClr val="bg1">
                    <a:lumMod val="75000"/>
                  </a:schemeClr>
                </a:solidFill>
              </a:rPr>
              <a:t>Victoria University, CRICOS No. 00124K (Melbourne), 02475D (Sydney and Brisbane), RTO 3113, TEQSA No. PRV12152, Provider Category: Australian University</a:t>
            </a:r>
          </a:p>
          <a:p>
            <a:pPr algn="r"/>
            <a:endParaRPr lang="en-US" sz="800" dirty="0">
              <a:solidFill>
                <a:schemeClr val="bg1">
                  <a:lumMod val="75000"/>
                </a:schemeClr>
              </a:solidFill>
            </a:endParaRPr>
          </a:p>
        </p:txBody>
      </p:sp>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Tree>
    <p:extLst>
      <p:ext uri="{BB962C8B-B14F-4D97-AF65-F5344CB8AC3E}">
        <p14:creationId xmlns:p14="http://schemas.microsoft.com/office/powerpoint/2010/main" val="16801426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12" name="Picture 11">
            <a:extLst>
              <a:ext uri="{FF2B5EF4-FFF2-40B4-BE49-F238E27FC236}">
                <a16:creationId xmlns:a16="http://schemas.microsoft.com/office/drawing/2014/main" id="{EEFAAAAA-C6B3-5B4B-8A06-78CA475CDDB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93" r="-293" b="15968"/>
          <a:stretch/>
        </p:blipFill>
        <p:spPr>
          <a:xfrm>
            <a:off x="7379208" y="73153"/>
            <a:ext cx="4750992" cy="5623764"/>
          </a:xfrm>
          <a:prstGeom prst="rect">
            <a:avLst/>
          </a:prstGeom>
        </p:spPr>
      </p:pic>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extBox 1">
            <a:extLst>
              <a:ext uri="{FF2B5EF4-FFF2-40B4-BE49-F238E27FC236}">
                <a16:creationId xmlns:a16="http://schemas.microsoft.com/office/drawing/2014/main" id="{2A14BC89-832E-827D-7A18-792A9C3AB7E9}"/>
              </a:ext>
            </a:extLst>
          </p:cNvPr>
          <p:cNvSpPr txBox="1"/>
          <p:nvPr userDrawn="1"/>
        </p:nvSpPr>
        <p:spPr>
          <a:xfrm>
            <a:off x="3665157" y="6645517"/>
            <a:ext cx="7892956" cy="195814"/>
          </a:xfrm>
          <a:prstGeom prst="rect">
            <a:avLst/>
          </a:prstGeom>
          <a:noFill/>
        </p:spPr>
        <p:txBody>
          <a:bodyPr wrap="square" lIns="36000" tIns="36000" rIns="0" bIns="36000" rtlCol="0">
            <a:noAutofit/>
          </a:bodyPr>
          <a:lstStyle/>
          <a:p>
            <a:pPr algn="r"/>
            <a:r>
              <a:rPr lang="en-US" sz="800" dirty="0">
                <a:solidFill>
                  <a:schemeClr val="bg1">
                    <a:lumMod val="50000"/>
                  </a:schemeClr>
                </a:solidFill>
              </a:rPr>
              <a:t>Victoria University, CRICOS No. 00124K (Melbourne), 02475D (Sydney and Brisbane), RTO 3113, TEQSA No. PRV12152, Provider Category: Australian University</a:t>
            </a:r>
          </a:p>
          <a:p>
            <a:pPr algn="r"/>
            <a:endParaRPr lang="en-US" sz="800" dirty="0">
              <a:solidFill>
                <a:schemeClr val="bg1">
                  <a:lumMod val="50000"/>
                </a:schemeClr>
              </a:solidFill>
            </a:endParaRPr>
          </a:p>
        </p:txBody>
      </p:sp>
    </p:spTree>
    <p:extLst>
      <p:ext uri="{BB962C8B-B14F-4D97-AF65-F5344CB8AC3E}">
        <p14:creationId xmlns:p14="http://schemas.microsoft.com/office/powerpoint/2010/main" val="24129254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TextBox 1">
            <a:extLst>
              <a:ext uri="{FF2B5EF4-FFF2-40B4-BE49-F238E27FC236}">
                <a16:creationId xmlns:a16="http://schemas.microsoft.com/office/drawing/2014/main" id="{2B579072-67AA-F101-EBA0-9FB35839C829}"/>
              </a:ext>
            </a:extLst>
          </p:cNvPr>
          <p:cNvSpPr txBox="1"/>
          <p:nvPr userDrawn="1"/>
        </p:nvSpPr>
        <p:spPr>
          <a:xfrm>
            <a:off x="3657600" y="6659365"/>
            <a:ext cx="7874420" cy="195814"/>
          </a:xfrm>
          <a:prstGeom prst="rect">
            <a:avLst/>
          </a:prstGeom>
          <a:noFill/>
        </p:spPr>
        <p:txBody>
          <a:bodyPr wrap="square" lIns="36000" tIns="36000" rIns="0" bIns="36000" rtlCol="0">
            <a:noAutofit/>
          </a:bodyPr>
          <a:lstStyle/>
          <a:p>
            <a:pPr algn="r"/>
            <a:r>
              <a:rPr lang="en-US" sz="800" dirty="0">
                <a:solidFill>
                  <a:schemeClr val="bg1"/>
                </a:solidFill>
              </a:rPr>
              <a:t>Victoria University, CRICOS No. 00124K (Melbourne), 02475D (Sydney and Brisbane), RTO 3113, TEQSA No. PRV12152, Provider Category: Australian University</a:t>
            </a:r>
          </a:p>
          <a:p>
            <a:pPr algn="r"/>
            <a:endParaRPr lang="en-US" sz="800" dirty="0">
              <a:solidFill>
                <a:schemeClr val="bg1"/>
              </a:solidFill>
            </a:endParaRPr>
          </a:p>
        </p:txBody>
      </p:sp>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Tree>
    <p:extLst>
      <p:ext uri="{BB962C8B-B14F-4D97-AF65-F5344CB8AC3E}">
        <p14:creationId xmlns:p14="http://schemas.microsoft.com/office/powerpoint/2010/main" val="21660094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078C2D-E78B-814F-AB47-F833A2B7E63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4"/>
          <a:stretch/>
        </p:blipFill>
        <p:spPr>
          <a:xfrm>
            <a:off x="0" y="0"/>
            <a:ext cx="12192000" cy="6876000"/>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TextBox 1">
            <a:extLst>
              <a:ext uri="{FF2B5EF4-FFF2-40B4-BE49-F238E27FC236}">
                <a16:creationId xmlns:a16="http://schemas.microsoft.com/office/drawing/2014/main" id="{4F5CE483-DA02-F8B5-F299-06D4C15F5D7A}"/>
              </a:ext>
            </a:extLst>
          </p:cNvPr>
          <p:cNvSpPr txBox="1"/>
          <p:nvPr userDrawn="1"/>
        </p:nvSpPr>
        <p:spPr>
          <a:xfrm>
            <a:off x="3657600" y="6672629"/>
            <a:ext cx="7874420" cy="195814"/>
          </a:xfrm>
          <a:prstGeom prst="rect">
            <a:avLst/>
          </a:prstGeom>
          <a:noFill/>
          <a:effectLst>
            <a:outerShdw blurRad="199528" algn="tr" rotWithShape="0">
              <a:prstClr val="black">
                <a:alpha val="61000"/>
              </a:prstClr>
            </a:outerShdw>
          </a:effectLst>
        </p:spPr>
        <p:txBody>
          <a:bodyPr wrap="square" lIns="36000" tIns="36000" rIns="0" bIns="36000" rtlCol="0">
            <a:noAutofit/>
          </a:bodyPr>
          <a:lstStyle/>
          <a:p>
            <a:pPr algn="r"/>
            <a:r>
              <a:rPr lang="en-US" sz="800" dirty="0">
                <a:solidFill>
                  <a:schemeClr val="bg1"/>
                </a:solidFill>
              </a:rPr>
              <a:t>Victoria University, CRICOS No. 00124K (Melbourne), 02475D (Sydney and Brisbane), RTO 3113, TEQSA No. PRV12152, Provider Category: Australian University</a:t>
            </a:r>
          </a:p>
          <a:p>
            <a:pPr algn="r"/>
            <a:endParaRPr lang="en-US" sz="800" dirty="0">
              <a:solidFill>
                <a:schemeClr val="bg1"/>
              </a:solidFill>
            </a:endParaRPr>
          </a:p>
        </p:txBody>
      </p:sp>
    </p:spTree>
    <p:extLst>
      <p:ext uri="{BB962C8B-B14F-4D97-AF65-F5344CB8AC3E}">
        <p14:creationId xmlns:p14="http://schemas.microsoft.com/office/powerpoint/2010/main" val="119715499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84" r:id="rId29"/>
    <p:sldLayoutId id="2147483685" r:id="rId30"/>
    <p:sldLayoutId id="2147483663" r:id="rId31"/>
    <p:sldLayoutId id="2147483700" r:id="rId32"/>
    <p:sldLayoutId id="2147483697" r:id="rId33"/>
    <p:sldLayoutId id="2147483699" r:id="rId34"/>
    <p:sldLayoutId id="2147483701" r:id="rId35"/>
    <p:sldLayoutId id="2147483661" r:id="rId36"/>
    <p:sldLayoutId id="2147483665" r:id="rId37"/>
    <p:sldLayoutId id="2147483689" r:id="rId38"/>
    <p:sldLayoutId id="2147483659" r:id="rId39"/>
    <p:sldLayoutId id="2147483679" r:id="rId40"/>
    <p:sldLayoutId id="2147483687" r:id="rId41"/>
    <p:sldLayoutId id="2147483669" r:id="rId42"/>
    <p:sldLayoutId id="2147483690" r:id="rId43"/>
    <p:sldLayoutId id="2147483691" r:id="rId44"/>
    <p:sldLayoutId id="2147483703" r:id="rId45"/>
    <p:sldLayoutId id="2147483704" r:id="rId46"/>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mj-lt"/>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mj-lt"/>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mj-lt"/>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mn-lt"/>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mn-lt"/>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www.jetbrains.com/" TargetMode="External"/><Relationship Id="rId2" Type="http://schemas.openxmlformats.org/officeDocument/2006/relationships/notesSlide" Target="../notesSlides/notesSlide2.xml"/><Relationship Id="rId1" Type="http://schemas.openxmlformats.org/officeDocument/2006/relationships/slideLayout" Target="../slideLayouts/slideLayout23.xml"/><Relationship Id="rId5" Type="http://schemas.openxmlformats.org/officeDocument/2006/relationships/hyperlink" Target="https://kotlinlang.org/api/latest/jvm/stdlib/" TargetMode="External"/><Relationship Id="rId4" Type="http://schemas.openxmlformats.org/officeDocument/2006/relationships/hyperlink" Target="https://kotlinlang.org/"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kotlinlang.org/docs/functions.html" TargetMode="External"/><Relationship Id="rId3" Type="http://schemas.openxmlformats.org/officeDocument/2006/relationships/image" Target="../media/image29.png"/><Relationship Id="rId7" Type="http://schemas.openxmlformats.org/officeDocument/2006/relationships/hyperlink" Target="https://kotlinlang.org/docs/classes.html" TargetMode="External"/><Relationship Id="rId2" Type="http://schemas.openxmlformats.org/officeDocument/2006/relationships/notesSlide" Target="../notesSlides/notesSlide3.xml"/><Relationship Id="rId1" Type="http://schemas.openxmlformats.org/officeDocument/2006/relationships/slideLayout" Target="../slideLayouts/slideLayout23.xml"/><Relationship Id="rId6" Type="http://schemas.openxmlformats.org/officeDocument/2006/relationships/hyperlink" Target="https://kotlinlang.org/docs/basic-syntax.html#variables" TargetMode="External"/><Relationship Id="rId11" Type="http://schemas.openxmlformats.org/officeDocument/2006/relationships/hyperlink" Target="https://kotlinlang.org/api/latest/jvm/stdlib/kotlin/" TargetMode="External"/><Relationship Id="rId5" Type="http://schemas.openxmlformats.org/officeDocument/2006/relationships/hyperlink" Target="https://kotlinlang.org/docs/basic-types.html" TargetMode="External"/><Relationship Id="rId10" Type="http://schemas.openxmlformats.org/officeDocument/2006/relationships/hyperlink" Target="https://kotlinlang.org/docs/collections-overview.html" TargetMode="External"/><Relationship Id="rId4" Type="http://schemas.openxmlformats.org/officeDocument/2006/relationships/image" Target="../media/image30.svg"/><Relationship Id="rId9" Type="http://schemas.openxmlformats.org/officeDocument/2006/relationships/hyperlink" Target="https://kotlinlang.org/docs/data-classe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hyperlink" Target="https://hyperskill.org/tracks?category=4&amp;utm_source=jbkotlin_hs&amp;utm_medium=referral&amp;utm_campaign=kotlinlang-docs&amp;utm_content=button_1&amp;utm_term=22.03.23" TargetMode="External"/><Relationship Id="rId2" Type="http://schemas.openxmlformats.org/officeDocument/2006/relationships/hyperlink" Target="https://kotlinlang.org/docs/basic-syntax.html" TargetMode="Externa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hyperlink" Target="https://kotlinlang.org/docs/collections-overview.html" TargetMode="Externa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hyperlink" Target="https://kotlinlang.org/docs/control-flow.html#when-expression" TargetMode="Externa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8981882" cy="1479648"/>
          </a:xfrm>
        </p:spPr>
        <p:txBody>
          <a:bodyPr lIns="0" tIns="0" rIns="0" bIns="0"/>
          <a:lstStyle/>
          <a:p>
            <a:r>
              <a:rPr lang="en-US" dirty="0"/>
              <a:t>Getting Started with Mobile Application Development</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0" y="3259668"/>
            <a:ext cx="8058151" cy="580040"/>
          </a:xfrm>
        </p:spPr>
        <p:txBody>
          <a:bodyPr lIns="0" tIns="0" rIns="0" bIns="0"/>
          <a:lstStyle/>
          <a:p>
            <a:r>
              <a:rPr lang="en-US" dirty="0"/>
              <a:t>Session 01</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B8371F6-9242-EC29-7E73-6B9C6F20CE3D}"/>
              </a:ext>
            </a:extLst>
          </p:cNvPr>
          <p:cNvSpPr>
            <a:spLocks noGrp="1"/>
          </p:cNvSpPr>
          <p:nvPr>
            <p:ph type="ftr" sz="quarter" idx="11"/>
          </p:nvPr>
        </p:nvSpPr>
        <p:spPr/>
        <p:txBody>
          <a:bodyPr/>
          <a:lstStyle/>
          <a:p>
            <a:r>
              <a:rPr lang="en-US"/>
              <a:t>&lt;Presentation Title&gt;</a:t>
            </a:r>
            <a:endParaRPr lang="en-US" dirty="0"/>
          </a:p>
        </p:txBody>
      </p:sp>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FD18F19-73BF-4E91-B01F-487196920D0A}"/>
              </a:ext>
            </a:extLst>
          </p:cNvPr>
          <p:cNvSpPr>
            <a:spLocks noGrp="1"/>
          </p:cNvSpPr>
          <p:nvPr>
            <p:ph type="ftr" sz="quarter" idx="11"/>
          </p:nvPr>
        </p:nvSpPr>
        <p:spPr/>
        <p:txBody>
          <a:bodyPr/>
          <a:lstStyle/>
          <a:p>
            <a:r>
              <a:rPr lang="en-US"/>
              <a:t>&lt;Presentation Title&gt;</a:t>
            </a:r>
            <a:endParaRPr lang="en-US" dirty="0"/>
          </a:p>
        </p:txBody>
      </p:sp>
    </p:spTree>
    <p:extLst>
      <p:ext uri="{BB962C8B-B14F-4D97-AF65-F5344CB8AC3E}">
        <p14:creationId xmlns:p14="http://schemas.microsoft.com/office/powerpoint/2010/main" val="4249609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ECC5FCA-4482-6D80-ADA3-55F172D1336F}"/>
              </a:ext>
            </a:extLst>
          </p:cNvPr>
          <p:cNvSpPr>
            <a:spLocks noGrp="1"/>
          </p:cNvSpPr>
          <p:nvPr>
            <p:ph type="ftr" sz="quarter" idx="11"/>
          </p:nvPr>
        </p:nvSpPr>
        <p:spPr/>
        <p:txBody>
          <a:bodyPr/>
          <a:lstStyle/>
          <a:p>
            <a:r>
              <a:rPr lang="en-US"/>
              <a:t>&lt;Presentation Title&gt;</a:t>
            </a:r>
            <a:endParaRPr lang="en-US" dirty="0"/>
          </a:p>
        </p:txBody>
      </p:sp>
    </p:spTree>
    <p:extLst>
      <p:ext uri="{BB962C8B-B14F-4D97-AF65-F5344CB8AC3E}">
        <p14:creationId xmlns:p14="http://schemas.microsoft.com/office/powerpoint/2010/main" val="3951490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20DD95-047D-019E-139F-4FA1892F4D65}"/>
              </a:ext>
            </a:extLst>
          </p:cNvPr>
          <p:cNvSpPr>
            <a:spLocks noGrp="1"/>
          </p:cNvSpPr>
          <p:nvPr>
            <p:ph type="ftr" sz="quarter" idx="11"/>
          </p:nvPr>
        </p:nvSpPr>
        <p:spPr/>
        <p:txBody>
          <a:bodyPr/>
          <a:lstStyle/>
          <a:p>
            <a:r>
              <a:rPr lang="en-US"/>
              <a:t>&lt;Presentation Title&gt;</a:t>
            </a:r>
            <a:endParaRPr lang="en-US" dirty="0"/>
          </a:p>
        </p:txBody>
      </p:sp>
    </p:spTree>
    <p:extLst>
      <p:ext uri="{BB962C8B-B14F-4D97-AF65-F5344CB8AC3E}">
        <p14:creationId xmlns:p14="http://schemas.microsoft.com/office/powerpoint/2010/main" val="27131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21D711-1575-614C-8298-8A9C5237218F}"/>
              </a:ext>
            </a:extLst>
          </p:cNvPr>
          <p:cNvSpPr>
            <a:spLocks noGrp="1"/>
          </p:cNvSpPr>
          <p:nvPr>
            <p:ph type="title"/>
          </p:nvPr>
        </p:nvSpPr>
        <p:spPr>
          <a:xfrm>
            <a:off x="408094" y="310620"/>
            <a:ext cx="7644040" cy="775597"/>
          </a:xfrm>
        </p:spPr>
        <p:txBody>
          <a:bodyPr/>
          <a:lstStyle/>
          <a:p>
            <a:r>
              <a:rPr lang="en-US" sz="2800" dirty="0"/>
              <a:t>Getting Started with Mobile Application Development</a:t>
            </a:r>
          </a:p>
        </p:txBody>
      </p:sp>
      <p:sp>
        <p:nvSpPr>
          <p:cNvPr id="4" name="Content Placeholder 3">
            <a:extLst>
              <a:ext uri="{FF2B5EF4-FFF2-40B4-BE49-F238E27FC236}">
                <a16:creationId xmlns:a16="http://schemas.microsoft.com/office/drawing/2014/main" id="{DFAA17DD-54E3-A14A-BE73-A00063C0E772}"/>
              </a:ext>
            </a:extLst>
          </p:cNvPr>
          <p:cNvSpPr>
            <a:spLocks noGrp="1"/>
          </p:cNvSpPr>
          <p:nvPr>
            <p:ph sz="half" idx="4294967295"/>
          </p:nvPr>
        </p:nvSpPr>
        <p:spPr>
          <a:xfrm>
            <a:off x="408094" y="1461151"/>
            <a:ext cx="7614920" cy="4732819"/>
          </a:xfrm>
        </p:spPr>
        <p:txBody>
          <a:bodyPr>
            <a:normAutofit/>
          </a:bodyPr>
          <a:lstStyle/>
          <a:p>
            <a:pPr marL="0" indent="0">
              <a:buNone/>
            </a:pPr>
            <a:r>
              <a:rPr lang="en-AU" sz="2400" b="0" dirty="0">
                <a:latin typeface="+mn-lt"/>
                <a:ea typeface="Calibri" panose="020F0502020204030204" pitchFamily="34" charset="0"/>
                <a:cs typeface="Times New Roman" panose="02020603050405020304" pitchFamily="18" charset="0"/>
              </a:rPr>
              <a:t>This session</a:t>
            </a:r>
            <a:r>
              <a:rPr lang="en-AU" sz="2400" b="0" dirty="0">
                <a:effectLst/>
                <a:latin typeface="+mn-lt"/>
                <a:ea typeface="Calibri" panose="020F0502020204030204" pitchFamily="34" charset="0"/>
                <a:cs typeface="Times New Roman" panose="02020603050405020304" pitchFamily="18" charset="0"/>
              </a:rPr>
              <a:t> introduces mobile app development and it’s </a:t>
            </a:r>
            <a:r>
              <a:rPr lang="en-AU" sz="2400" b="0" dirty="0">
                <a:latin typeface="+mn-lt"/>
                <a:ea typeface="Calibri" panose="020F0502020204030204" pitchFamily="34" charset="0"/>
                <a:cs typeface="Times New Roman" panose="02020603050405020304" pitchFamily="18" charset="0"/>
              </a:rPr>
              <a:t>relevance in the software application industry. Development practices will be covered by practising Android app development.</a:t>
            </a:r>
            <a:br>
              <a:rPr lang="en-AU" sz="2400" b="0" dirty="0">
                <a:latin typeface="+mn-lt"/>
                <a:ea typeface="Calibri" panose="020F0502020204030204" pitchFamily="34" charset="0"/>
                <a:cs typeface="Times New Roman" panose="02020603050405020304" pitchFamily="18" charset="0"/>
              </a:rPr>
            </a:br>
            <a:br>
              <a:rPr lang="en-AU" sz="2400" b="0" dirty="0">
                <a:latin typeface="+mn-lt"/>
                <a:ea typeface="Calibri" panose="020F0502020204030204" pitchFamily="34" charset="0"/>
                <a:cs typeface="Times New Roman" panose="02020603050405020304" pitchFamily="18" charset="0"/>
              </a:rPr>
            </a:br>
            <a:r>
              <a:rPr lang="en-AU" sz="2400" b="0" dirty="0">
                <a:latin typeface="+mn-lt"/>
                <a:ea typeface="Calibri" panose="020F0502020204030204" pitchFamily="34" charset="0"/>
                <a:cs typeface="Times New Roman" panose="02020603050405020304" pitchFamily="18" charset="0"/>
              </a:rPr>
              <a:t>Students are expected to have the software tools installed</a:t>
            </a:r>
          </a:p>
          <a:p>
            <a:pPr marL="0" indent="0">
              <a:buNone/>
            </a:pPr>
            <a:r>
              <a:rPr lang="en-AU" sz="2400" b="0" dirty="0">
                <a:latin typeface="+mn-lt"/>
                <a:ea typeface="Calibri" panose="020F0502020204030204" pitchFamily="34" charset="0"/>
                <a:cs typeface="Times New Roman" panose="02020603050405020304" pitchFamily="18" charset="0"/>
              </a:rPr>
              <a:t>( </a:t>
            </a:r>
            <a:r>
              <a:rPr lang="en-AU" sz="2400" b="0" u="sng" dirty="0">
                <a:latin typeface="+mn-lt"/>
                <a:ea typeface="Calibri" panose="020F0502020204030204" pitchFamily="34" charset="0"/>
                <a:cs typeface="Times New Roman" panose="02020603050405020304" pitchFamily="18" charset="0"/>
              </a:rPr>
              <a:t>before class</a:t>
            </a:r>
            <a:r>
              <a:rPr lang="en-AU" sz="2400" b="0" dirty="0">
                <a:latin typeface="+mn-lt"/>
                <a:ea typeface="Calibri" panose="020F0502020204030204" pitchFamily="34" charset="0"/>
                <a:cs typeface="Times New Roman" panose="02020603050405020304" pitchFamily="18" charset="0"/>
              </a:rPr>
              <a:t> section content ) .</a:t>
            </a:r>
            <a:br>
              <a:rPr lang="en-AU" sz="2400" b="0" dirty="0">
                <a:latin typeface="+mn-lt"/>
                <a:ea typeface="Calibri" panose="020F0502020204030204" pitchFamily="34" charset="0"/>
                <a:cs typeface="Times New Roman" panose="02020603050405020304" pitchFamily="18" charset="0"/>
              </a:rPr>
            </a:br>
            <a:br>
              <a:rPr lang="en-AU" sz="2400" b="0" dirty="0">
                <a:latin typeface="+mn-lt"/>
                <a:ea typeface="Calibri" panose="020F0502020204030204" pitchFamily="34" charset="0"/>
                <a:cs typeface="Times New Roman" panose="02020603050405020304" pitchFamily="18" charset="0"/>
              </a:rPr>
            </a:br>
            <a:r>
              <a:rPr lang="en-AU" sz="2400" b="0" dirty="0">
                <a:latin typeface="+mn-lt"/>
                <a:ea typeface="Calibri" panose="020F0502020204030204" pitchFamily="34" charset="0"/>
                <a:cs typeface="Times New Roman" panose="02020603050405020304" pitchFamily="18" charset="0"/>
              </a:rPr>
              <a:t>Kotlin will be the main programming language utilised for the duration of this module.</a:t>
            </a:r>
          </a:p>
          <a:p>
            <a:pPr marL="0" indent="0">
              <a:buNone/>
            </a:pPr>
            <a:endParaRPr lang="en-AU" sz="2400" b="0" dirty="0">
              <a:latin typeface="+mn-lt"/>
              <a:ea typeface="Calibri" panose="020F0502020204030204" pitchFamily="34" charset="0"/>
              <a:cs typeface="Times New Roman" panose="02020603050405020304" pitchFamily="18" charset="0"/>
            </a:endParaRPr>
          </a:p>
          <a:p>
            <a:pPr marL="0" indent="0">
              <a:buNone/>
            </a:pPr>
            <a:endParaRPr lang="en-AU" sz="2400" b="0" dirty="0">
              <a:latin typeface="+mn-lt"/>
              <a:ea typeface="Calibri" panose="020F0502020204030204" pitchFamily="34"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768E3BCE-3789-C0F1-C92D-46AA7C84A126}"/>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2643241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CEA0AC-1A5B-9743-B9DF-2FF8F79C0A7F}"/>
              </a:ext>
            </a:extLst>
          </p:cNvPr>
          <p:cNvSpPr>
            <a:spLocks noGrp="1"/>
          </p:cNvSpPr>
          <p:nvPr>
            <p:ph type="title"/>
          </p:nvPr>
        </p:nvSpPr>
        <p:spPr>
          <a:xfrm>
            <a:off x="408094" y="310620"/>
            <a:ext cx="7644040" cy="443198"/>
          </a:xfrm>
        </p:spPr>
        <p:txBody>
          <a:bodyPr/>
          <a:lstStyle/>
          <a:p>
            <a:r>
              <a:rPr lang="en-US" dirty="0"/>
              <a:t>Contents</a:t>
            </a:r>
          </a:p>
        </p:txBody>
      </p:sp>
      <p:sp>
        <p:nvSpPr>
          <p:cNvPr id="8" name="Content Placeholder 2">
            <a:extLst>
              <a:ext uri="{FF2B5EF4-FFF2-40B4-BE49-F238E27FC236}">
                <a16:creationId xmlns:a16="http://schemas.microsoft.com/office/drawing/2014/main" id="{7B13D5F5-C98D-E479-5593-3153C95F3C10}"/>
              </a:ext>
            </a:extLst>
          </p:cNvPr>
          <p:cNvSpPr txBox="1">
            <a:spLocks/>
          </p:cNvSpPr>
          <p:nvPr/>
        </p:nvSpPr>
        <p:spPr>
          <a:xfrm>
            <a:off x="408094" y="1396317"/>
            <a:ext cx="8067527" cy="4065365"/>
          </a:xfrm>
          <a:prstGeom prst="rect">
            <a:avLst/>
          </a:prstGeom>
        </p:spPr>
        <p:txBody>
          <a:bodyPr vert="horz" lIns="0" tIns="0" rIns="0" bIns="0" rtlCol="0">
            <a:normAutofit/>
          </a:bodyPr>
          <a:lst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600" b="0" dirty="0">
                <a:effectLst/>
                <a:latin typeface="+mn-lt"/>
                <a:cs typeface="Aptos Serif" panose="020B0502040204020203" pitchFamily="18" charset="0"/>
              </a:rPr>
              <a:t>Software and Mobile Applications overview</a:t>
            </a:r>
          </a:p>
          <a:p>
            <a:r>
              <a:rPr lang="en-AU" sz="1600" b="0" dirty="0">
                <a:effectLst/>
                <a:latin typeface="+mn-lt"/>
                <a:cs typeface="Aptos Serif" panose="020B0502040204020203" pitchFamily="18" charset="0"/>
              </a:rPr>
              <a:t>Android overview and other available mobile frameworks</a:t>
            </a:r>
          </a:p>
          <a:p>
            <a:r>
              <a:rPr lang="en-AU" sz="1600" b="0" dirty="0">
                <a:effectLst/>
                <a:latin typeface="+mn-lt"/>
                <a:cs typeface="Aptos Serif" panose="020B0502040204020203" pitchFamily="18" charset="0"/>
              </a:rPr>
              <a:t>Development environment and tools ( Version control (git) &amp; </a:t>
            </a:r>
            <a:r>
              <a:rPr lang="en-AU" sz="1600" b="0" dirty="0" err="1">
                <a:effectLst/>
                <a:latin typeface="+mn-lt"/>
                <a:cs typeface="Aptos Serif" panose="020B0502040204020203" pitchFamily="18" charset="0"/>
              </a:rPr>
              <a:t>Github</a:t>
            </a:r>
            <a:r>
              <a:rPr lang="en-AU" sz="1600" b="0" dirty="0">
                <a:effectLst/>
                <a:latin typeface="+mn-lt"/>
                <a:cs typeface="Aptos Serif" panose="020B0502040204020203" pitchFamily="18" charset="0"/>
              </a:rPr>
              <a:t> desktop, Android Studio, Android SDK, Gradle, Kotlin )</a:t>
            </a:r>
          </a:p>
          <a:p>
            <a:r>
              <a:rPr lang="en-AU" sz="1600" b="0" dirty="0">
                <a:effectLst/>
                <a:latin typeface="+mn-lt"/>
                <a:cs typeface="Aptos Serif" panose="020B0502040204020203" pitchFamily="18" charset="0"/>
              </a:rPr>
              <a:t>Android studio walkthrough</a:t>
            </a:r>
          </a:p>
          <a:p>
            <a:r>
              <a:rPr lang="en-AU" sz="1600" b="0" dirty="0">
                <a:effectLst/>
                <a:latin typeface="+mn-lt"/>
                <a:cs typeface="Aptos Serif" panose="020B0502040204020203" pitchFamily="18" charset="0"/>
              </a:rPr>
              <a:t>Kotlin introduction and overview</a:t>
            </a:r>
          </a:p>
          <a:p>
            <a:r>
              <a:rPr lang="en-AU" sz="1600" b="0" dirty="0">
                <a:effectLst/>
                <a:latin typeface="+mn-lt"/>
                <a:cs typeface="Aptos Serif" panose="020B0502040204020203" pitchFamily="18" charset="0"/>
              </a:rPr>
              <a:t>Kotlin Basics ( types, variables, classes, functions and methods, data classes, control functions )</a:t>
            </a:r>
          </a:p>
          <a:p>
            <a:r>
              <a:rPr lang="en-AU" sz="1600" b="0" dirty="0">
                <a:effectLst/>
                <a:latin typeface="+mn-lt"/>
                <a:cs typeface="Aptos Serif" panose="020B0502040204020203" pitchFamily="18" charset="0"/>
              </a:rPr>
              <a:t>Kotlin exercises</a:t>
            </a:r>
          </a:p>
        </p:txBody>
      </p:sp>
      <p:sp>
        <p:nvSpPr>
          <p:cNvPr id="4" name="Footer Placeholder 3">
            <a:extLst>
              <a:ext uri="{FF2B5EF4-FFF2-40B4-BE49-F238E27FC236}">
                <a16:creationId xmlns:a16="http://schemas.microsoft.com/office/drawing/2014/main" id="{00B20181-E0D5-3F68-2444-195DB164E9EA}"/>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366699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7D3167-04AF-2ECD-ED61-1E089ACBC5E3}"/>
              </a:ext>
            </a:extLst>
          </p:cNvPr>
          <p:cNvSpPr txBox="1">
            <a:spLocks/>
          </p:cNvSpPr>
          <p:nvPr/>
        </p:nvSpPr>
        <p:spPr>
          <a:xfrm>
            <a:off x="371010" y="2358121"/>
            <a:ext cx="5472492" cy="1218795"/>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4400" b="1" i="0" kern="1200">
                <a:solidFill>
                  <a:schemeClr val="tx1"/>
                </a:solidFill>
                <a:latin typeface="Arial" panose="020B0604020202020204" pitchFamily="34" charset="0"/>
                <a:ea typeface="+mj-ea"/>
                <a:cs typeface="Arial" panose="020B0604020202020204" pitchFamily="34" charset="0"/>
              </a:defRPr>
            </a:lvl1pPr>
          </a:lstStyle>
          <a:p>
            <a:r>
              <a:rPr lang="en-AU" sz="4400" b="0" dirty="0">
                <a:effectLst/>
                <a:latin typeface="+mn-lt"/>
                <a:cs typeface="Aptos Serif" panose="020B0502040204020203" pitchFamily="18" charset="0"/>
              </a:rPr>
              <a:t>Software and Mobile Applications overview</a:t>
            </a:r>
          </a:p>
        </p:txBody>
      </p:sp>
      <p:sp>
        <p:nvSpPr>
          <p:cNvPr id="3" name="Footer Placeholder 2">
            <a:extLst>
              <a:ext uri="{FF2B5EF4-FFF2-40B4-BE49-F238E27FC236}">
                <a16:creationId xmlns:a16="http://schemas.microsoft.com/office/drawing/2014/main" id="{679684BC-398E-6D77-4715-D7635CB14FF2}"/>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1401050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1807396" y="155270"/>
            <a:ext cx="8577208" cy="443198"/>
          </a:xfrm>
        </p:spPr>
        <p:txBody>
          <a:bodyPr/>
          <a:lstStyle/>
          <a:p>
            <a:pPr algn="ctr"/>
            <a:r>
              <a:rPr lang="en-US" dirty="0"/>
              <a:t>Software Application Landscape</a:t>
            </a:r>
          </a:p>
        </p:txBody>
      </p:sp>
      <p:pic>
        <p:nvPicPr>
          <p:cNvPr id="8" name="Picture 7" descr="A diagram of the current software application landscape.">
            <a:extLst>
              <a:ext uri="{FF2B5EF4-FFF2-40B4-BE49-F238E27FC236}">
                <a16:creationId xmlns:a16="http://schemas.microsoft.com/office/drawing/2014/main" id="{FB7B3492-1F78-485D-E61B-5C12A53C2E42}"/>
              </a:ext>
              <a:ext uri="{C183D7F6-B498-43B3-948B-1728B52AA6E4}">
                <adec:decorative xmlns:adec="http://schemas.microsoft.com/office/drawing/2017/decorative" val="0"/>
              </a:ext>
            </a:extLst>
          </p:cNvPr>
          <p:cNvPicPr>
            <a:picLocks noChangeAspect="1"/>
          </p:cNvPicPr>
          <p:nvPr/>
        </p:nvPicPr>
        <p:blipFill rotWithShape="1">
          <a:blip r:embed="rId3"/>
          <a:srcRect t="-2" b="16545"/>
          <a:stretch/>
        </p:blipFill>
        <p:spPr>
          <a:xfrm>
            <a:off x="187099" y="763051"/>
            <a:ext cx="11817802" cy="5215767"/>
          </a:xfrm>
          <a:prstGeom prst="rect">
            <a:avLst/>
          </a:prstGeom>
        </p:spPr>
      </p:pic>
    </p:spTree>
    <p:extLst>
      <p:ext uri="{BB962C8B-B14F-4D97-AF65-F5344CB8AC3E}">
        <p14:creationId xmlns:p14="http://schemas.microsoft.com/office/powerpoint/2010/main" val="3056603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E7053B-97CA-519C-41B8-9231E2BD7153}"/>
              </a:ext>
            </a:extLst>
          </p:cNvPr>
          <p:cNvSpPr>
            <a:spLocks noGrp="1"/>
          </p:cNvSpPr>
          <p:nvPr>
            <p:ph sz="half" idx="12"/>
          </p:nvPr>
        </p:nvSpPr>
        <p:spPr>
          <a:xfrm>
            <a:off x="399738" y="1215030"/>
            <a:ext cx="8577208" cy="5232202"/>
          </a:xfrm>
        </p:spPr>
        <p:txBody>
          <a:bodyPr/>
          <a:lstStyle/>
          <a:p>
            <a:pPr marL="342900" indent="-342900">
              <a:buFont typeface="Wingdings" panose="05000000000000000000" pitchFamily="2" charset="2"/>
              <a:buChar char="v"/>
            </a:pPr>
            <a:r>
              <a:rPr lang="en-US" b="0" dirty="0"/>
              <a:t>Provides user interfaces that integrates with other services ( Bridges the gap between customer and many other technologies )</a:t>
            </a:r>
          </a:p>
          <a:p>
            <a:pPr marL="342900" indent="-342900">
              <a:buFont typeface="Wingdings" panose="05000000000000000000" pitchFamily="2" charset="2"/>
              <a:buChar char="v"/>
            </a:pPr>
            <a:r>
              <a:rPr lang="en-US" b="0" dirty="0"/>
              <a:t>Portability – users can use them in varied locations and situations.</a:t>
            </a:r>
          </a:p>
          <a:p>
            <a:pPr marL="342900" indent="-342900">
              <a:buFont typeface="Wingdings" panose="05000000000000000000" pitchFamily="2" charset="2"/>
              <a:buChar char="v"/>
            </a:pPr>
            <a:r>
              <a:rPr lang="en-US" b="0" dirty="0"/>
              <a:t>Mature industry – The mobile application software industry sees major investment and is also supported by a huge developer community.</a:t>
            </a:r>
          </a:p>
          <a:p>
            <a:pPr marL="342900" indent="-342900">
              <a:buFont typeface="Wingdings" panose="05000000000000000000" pitchFamily="2" charset="2"/>
              <a:buChar char="v"/>
            </a:pPr>
            <a:r>
              <a:rPr lang="en-US" b="0" dirty="0"/>
              <a:t>Mobile applications and mobile application development brings in and creates the most revenue in the consumer facing software industry.</a:t>
            </a:r>
          </a:p>
          <a:p>
            <a:pPr marL="342900" indent="-342900">
              <a:buFont typeface="Wingdings" panose="05000000000000000000" pitchFamily="2" charset="2"/>
              <a:buChar char="v"/>
            </a:pPr>
            <a:r>
              <a:rPr lang="en-US" b="0" dirty="0"/>
              <a:t>Dedicated tooling that is superior to most other software applications.</a:t>
            </a:r>
          </a:p>
          <a:p>
            <a:pPr marL="342900" indent="-342900">
              <a:buFont typeface="Wingdings" panose="05000000000000000000" pitchFamily="2" charset="2"/>
              <a:buChar char="v"/>
            </a:pPr>
            <a:r>
              <a:rPr lang="en-US" b="0" dirty="0"/>
              <a:t>Apps that are developed locally do not require a subscription/license to function – especially ones’ that do not depend on external services </a:t>
            </a:r>
          </a:p>
          <a:p>
            <a:pPr marL="342900" indent="-342900">
              <a:buFont typeface="Wingdings" panose="05000000000000000000" pitchFamily="2" charset="2"/>
              <a:buChar char="v"/>
            </a:pPr>
            <a:r>
              <a:rPr lang="en-US" b="0" dirty="0"/>
              <a:t>Mobile apps are the most widely used software in the world.</a:t>
            </a:r>
          </a:p>
          <a:p>
            <a:pPr marL="342900" indent="-342900">
              <a:buFont typeface="Wingdings" panose="05000000000000000000" pitchFamily="2" charset="2"/>
              <a:buChar char="v"/>
            </a:pPr>
            <a:endParaRPr lang="en-US" b="0" dirty="0"/>
          </a:p>
          <a:p>
            <a:pPr marL="342900" indent="-342900">
              <a:buFont typeface="Wingdings" panose="05000000000000000000" pitchFamily="2" charset="2"/>
              <a:buChar char="v"/>
            </a:pPr>
            <a:endParaRPr lang="en-AU" b="0" dirty="0"/>
          </a:p>
        </p:txBody>
      </p:sp>
      <p:sp>
        <p:nvSpPr>
          <p:cNvPr id="3" name="Footer Placeholder 2">
            <a:extLst>
              <a:ext uri="{FF2B5EF4-FFF2-40B4-BE49-F238E27FC236}">
                <a16:creationId xmlns:a16="http://schemas.microsoft.com/office/drawing/2014/main" id="{73BF14A9-4240-2934-EDBF-6CED9077602D}"/>
              </a:ext>
            </a:extLst>
          </p:cNvPr>
          <p:cNvSpPr>
            <a:spLocks noGrp="1"/>
          </p:cNvSpPr>
          <p:nvPr>
            <p:ph type="ftr" sz="quarter" idx="11"/>
          </p:nvPr>
        </p:nvSpPr>
        <p:spPr/>
        <p:txBody>
          <a:bodyPr/>
          <a:lstStyle/>
          <a:p>
            <a:r>
              <a:rPr lang="en-US" dirty="0"/>
              <a:t>Getting Started with Mobile Application Development</a:t>
            </a:r>
          </a:p>
        </p:txBody>
      </p:sp>
      <p:sp>
        <p:nvSpPr>
          <p:cNvPr id="4" name="Title 3">
            <a:extLst>
              <a:ext uri="{FF2B5EF4-FFF2-40B4-BE49-F238E27FC236}">
                <a16:creationId xmlns:a16="http://schemas.microsoft.com/office/drawing/2014/main" id="{E55F3B92-DB3C-275E-8F8A-E935D6043A82}"/>
              </a:ext>
            </a:extLst>
          </p:cNvPr>
          <p:cNvSpPr>
            <a:spLocks noGrp="1"/>
          </p:cNvSpPr>
          <p:nvPr>
            <p:ph type="title"/>
          </p:nvPr>
        </p:nvSpPr>
        <p:spPr/>
        <p:txBody>
          <a:bodyPr/>
          <a:lstStyle/>
          <a:p>
            <a:r>
              <a:rPr lang="en-US" dirty="0"/>
              <a:t>What makes mobile applications unique</a:t>
            </a:r>
            <a:endParaRPr lang="en-AU" dirty="0"/>
          </a:p>
        </p:txBody>
      </p:sp>
    </p:spTree>
    <p:extLst>
      <p:ext uri="{BB962C8B-B14F-4D97-AF65-F5344CB8AC3E}">
        <p14:creationId xmlns:p14="http://schemas.microsoft.com/office/powerpoint/2010/main" val="3050333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58244" y="310620"/>
            <a:ext cx="8536374" cy="443198"/>
          </a:xfrm>
        </p:spPr>
        <p:txBody>
          <a:bodyPr/>
          <a:lstStyle/>
          <a:p>
            <a:r>
              <a:rPr lang="en-US" dirty="0"/>
              <a:t>Mobile applications - Historical facts </a:t>
            </a:r>
          </a:p>
        </p:txBody>
      </p:sp>
      <p:sp>
        <p:nvSpPr>
          <p:cNvPr id="3" name="Content Placeholder 2">
            <a:extLst>
              <a:ext uri="{FF2B5EF4-FFF2-40B4-BE49-F238E27FC236}">
                <a16:creationId xmlns:a16="http://schemas.microsoft.com/office/drawing/2014/main" id="{F44EA3D9-D379-1D45-9532-EC910C02D8FE}"/>
              </a:ext>
            </a:extLst>
          </p:cNvPr>
          <p:cNvSpPr>
            <a:spLocks noGrp="1"/>
          </p:cNvSpPr>
          <p:nvPr>
            <p:ph sz="half" idx="4294967295"/>
          </p:nvPr>
        </p:nvSpPr>
        <p:spPr>
          <a:xfrm>
            <a:off x="358244" y="1381228"/>
            <a:ext cx="8067527" cy="4065365"/>
          </a:xfrm>
        </p:spPr>
        <p:txBody>
          <a:bodyPr>
            <a:normAutofit fontScale="92500" lnSpcReduction="20000"/>
          </a:bodyPr>
          <a:lstStyle/>
          <a:p>
            <a:pPr algn="l"/>
            <a:r>
              <a:rPr lang="en-AU" sz="1600" b="0" i="0" dirty="0">
                <a:solidFill>
                  <a:srgbClr val="374151"/>
                </a:solidFill>
                <a:effectLst/>
                <a:latin typeface="+mn-lt"/>
              </a:rPr>
              <a:t>The term "smartphone" was first coined in 1992 by IBM when they developed a prototype called Simon. Simon was a handheld device that combined the features of a mobile phone and a personal digital assistant (PDA), and was capable of sending and receiving faxes, emails, and even had a touch screen interface.</a:t>
            </a:r>
          </a:p>
          <a:p>
            <a:pPr algn="l"/>
            <a:r>
              <a:rPr lang="en-AU" sz="1600" b="0" i="0" dirty="0">
                <a:solidFill>
                  <a:srgbClr val="374151"/>
                </a:solidFill>
                <a:effectLst/>
                <a:latin typeface="+mn-lt"/>
              </a:rPr>
              <a:t>However, the first commercially successful smartphone was the BlackBerry, introduced by Research In Motion (RIM) in 2002. The BlackBerry was a popular choice among business professionals due to its push email capabilities and QWERTY keyboard. It was followed by other successful smartphones such as the iPhone in 2007 and Android phones in 2008.</a:t>
            </a:r>
          </a:p>
          <a:p>
            <a:pPr algn="l"/>
            <a:r>
              <a:rPr lang="en-US" sz="1600" b="0" i="0" dirty="0">
                <a:solidFill>
                  <a:srgbClr val="374151"/>
                </a:solidFill>
                <a:effectLst/>
                <a:latin typeface="+mn-lt"/>
              </a:rPr>
              <a:t>The first mobile applications were simple games and utilities that were built for basic mobile phones with limited processing power and storage. These apps were usually pre-installed on the device or downloaded from mobile carrier portals.</a:t>
            </a:r>
          </a:p>
          <a:p>
            <a:pPr algn="l"/>
            <a:r>
              <a:rPr lang="en-US" sz="1600" b="0" i="0" dirty="0">
                <a:solidFill>
                  <a:srgbClr val="374151"/>
                </a:solidFill>
                <a:effectLst/>
                <a:latin typeface="+mn-lt"/>
              </a:rPr>
              <a:t>App Stores: In 2008, Apple launched the App Store, which allowed developers to create and distribute apps for the iPhone. This sparked a new era of mobile app development and led to the creation of thousands of new apps for iOS devices.</a:t>
            </a:r>
          </a:p>
          <a:p>
            <a:pPr algn="l"/>
            <a:r>
              <a:rPr lang="en-US" sz="1600" b="0" i="0" dirty="0">
                <a:solidFill>
                  <a:srgbClr val="374151"/>
                </a:solidFill>
                <a:effectLst/>
                <a:latin typeface="+mn-lt"/>
              </a:rPr>
              <a:t>Android: In 2008, Google launched the Android operating system, which provided an open-source platform for mobile app development. Android quickly gained popularity among developers due to its flexibility and customization options.</a:t>
            </a:r>
          </a:p>
          <a:p>
            <a:pPr algn="l"/>
            <a:endParaRPr lang="en-AU" sz="1600" b="0" i="0" dirty="0">
              <a:solidFill>
                <a:srgbClr val="374151"/>
              </a:solidFill>
              <a:effectLst/>
              <a:latin typeface="+mn-lt"/>
            </a:endParaRPr>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2295941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7D3167-04AF-2ECD-ED61-1E089ACBC5E3}"/>
              </a:ext>
            </a:extLst>
          </p:cNvPr>
          <p:cNvSpPr txBox="1">
            <a:spLocks/>
          </p:cNvSpPr>
          <p:nvPr/>
        </p:nvSpPr>
        <p:spPr>
          <a:xfrm>
            <a:off x="490280" y="1905506"/>
            <a:ext cx="5472492" cy="304698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4400" b="1" i="0" kern="1200">
                <a:solidFill>
                  <a:schemeClr val="tx1"/>
                </a:solidFill>
                <a:latin typeface="Arial" panose="020B0604020202020204" pitchFamily="34" charset="0"/>
                <a:ea typeface="+mj-ea"/>
                <a:cs typeface="Arial" panose="020B0604020202020204" pitchFamily="34" charset="0"/>
              </a:defRPr>
            </a:lvl1pPr>
          </a:lstStyle>
          <a:p>
            <a:r>
              <a:rPr lang="en-AU" sz="4400" b="0" dirty="0">
                <a:effectLst/>
                <a:latin typeface="+mn-lt"/>
                <a:cs typeface="Aptos Serif" panose="020B0502040204020203" pitchFamily="18" charset="0"/>
              </a:rPr>
              <a:t>Android Overview</a:t>
            </a:r>
            <a:br>
              <a:rPr lang="en-AU" sz="4400" b="0" dirty="0">
                <a:effectLst/>
                <a:latin typeface="+mn-lt"/>
                <a:cs typeface="Aptos Serif" panose="020B0502040204020203" pitchFamily="18" charset="0"/>
              </a:rPr>
            </a:br>
            <a:r>
              <a:rPr lang="en-AU" sz="4400" b="0" dirty="0">
                <a:effectLst/>
                <a:latin typeface="+mn-lt"/>
                <a:cs typeface="Aptos Serif" panose="020B0502040204020203" pitchFamily="18" charset="0"/>
              </a:rPr>
              <a:t>&amp;</a:t>
            </a:r>
            <a:br>
              <a:rPr lang="en-AU" sz="4400" b="0" dirty="0">
                <a:effectLst/>
                <a:latin typeface="+mn-lt"/>
                <a:cs typeface="Aptos Serif" panose="020B0502040204020203" pitchFamily="18" charset="0"/>
              </a:rPr>
            </a:br>
            <a:r>
              <a:rPr lang="en-AU" sz="4400" b="0" dirty="0">
                <a:effectLst/>
                <a:latin typeface="+mn-lt"/>
                <a:cs typeface="Aptos Serif" panose="020B0502040204020203" pitchFamily="18" charset="0"/>
              </a:rPr>
              <a:t>Other Mobile </a:t>
            </a:r>
            <a:r>
              <a:rPr lang="en-AU" b="0" dirty="0">
                <a:latin typeface="+mn-lt"/>
                <a:cs typeface="Aptos Serif" panose="020B0502040204020203" pitchFamily="18" charset="0"/>
              </a:rPr>
              <a:t>D</a:t>
            </a:r>
            <a:r>
              <a:rPr lang="en-AU" sz="4400" b="0" dirty="0">
                <a:effectLst/>
                <a:latin typeface="+mn-lt"/>
                <a:cs typeface="Aptos Serif" panose="020B0502040204020203" pitchFamily="18" charset="0"/>
              </a:rPr>
              <a:t>evelopment Frameworks</a:t>
            </a:r>
          </a:p>
        </p:txBody>
      </p:sp>
      <p:sp>
        <p:nvSpPr>
          <p:cNvPr id="3" name="Footer Placeholder 2">
            <a:extLst>
              <a:ext uri="{FF2B5EF4-FFF2-40B4-BE49-F238E27FC236}">
                <a16:creationId xmlns:a16="http://schemas.microsoft.com/office/drawing/2014/main" id="{679684BC-398E-6D77-4715-D7635CB14FF2}"/>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103185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4EA3D9-D379-1D45-9532-EC910C02D8FE}"/>
              </a:ext>
            </a:extLst>
          </p:cNvPr>
          <p:cNvSpPr>
            <a:spLocks noGrp="1"/>
          </p:cNvSpPr>
          <p:nvPr>
            <p:ph sz="half" idx="1"/>
          </p:nvPr>
        </p:nvSpPr>
        <p:spPr>
          <a:xfrm>
            <a:off x="399737" y="1503304"/>
            <a:ext cx="9082830" cy="1228537"/>
          </a:xfrm>
        </p:spPr>
        <p:txBody>
          <a:bodyPr>
            <a:normAutofit lnSpcReduction="10000"/>
          </a:bodyPr>
          <a:lstStyle/>
          <a:p>
            <a:pPr marL="0" indent="0">
              <a:buNone/>
            </a:pPr>
            <a:r>
              <a:rPr lang="en-US" dirty="0"/>
              <a:t>Android is open source…</a:t>
            </a:r>
          </a:p>
          <a:p>
            <a:pPr marL="0" indent="0">
              <a:buNone/>
            </a:pPr>
            <a:r>
              <a:rPr lang="en-US" dirty="0"/>
              <a:t>	</a:t>
            </a:r>
            <a:r>
              <a:rPr lang="en-US" sz="1600" b="0" dirty="0"/>
              <a:t>What this means is that we can view the source code that enables the function of the operating system and apps. We are also able to clone the Android source code and make changes of our own to use a customized version of it.</a:t>
            </a:r>
            <a:endParaRPr lang="en-US" dirty="0"/>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a:xfrm>
            <a:off x="3479800" y="6332080"/>
            <a:ext cx="7476429" cy="230304"/>
          </a:xfrm>
        </p:spPr>
        <p:txBody>
          <a:bodyPr anchor="ctr">
            <a:normAutofit/>
          </a:bodyPr>
          <a:lstStyle/>
          <a:p>
            <a:pPr>
              <a:spcAft>
                <a:spcPts val="600"/>
              </a:spcAft>
            </a:pPr>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8" y="343837"/>
            <a:ext cx="8577208" cy="443198"/>
          </a:xfrm>
        </p:spPr>
        <p:txBody>
          <a:bodyPr wrap="square" anchor="t">
            <a:normAutofit/>
          </a:bodyPr>
          <a:lstStyle/>
          <a:p>
            <a:r>
              <a:rPr lang="en-US" dirty="0"/>
              <a:t>Android OS  &amp; Application Platform</a:t>
            </a:r>
          </a:p>
        </p:txBody>
      </p:sp>
      <p:sp>
        <p:nvSpPr>
          <p:cNvPr id="4" name="Content Placeholder 2">
            <a:extLst>
              <a:ext uri="{FF2B5EF4-FFF2-40B4-BE49-F238E27FC236}">
                <a16:creationId xmlns:a16="http://schemas.microsoft.com/office/drawing/2014/main" id="{79292AB7-8D91-5777-D1E9-444554B9CC35}"/>
              </a:ext>
            </a:extLst>
          </p:cNvPr>
          <p:cNvSpPr txBox="1">
            <a:spLocks/>
          </p:cNvSpPr>
          <p:nvPr/>
        </p:nvSpPr>
        <p:spPr>
          <a:xfrm>
            <a:off x="399738" y="4323492"/>
            <a:ext cx="9082830" cy="1228537"/>
          </a:xfrm>
          <a:prstGeom prst="rect">
            <a:avLst/>
          </a:prstGeom>
        </p:spPr>
        <p:txBody>
          <a:bodyPr vert="horz" lIns="0" tIns="0" rIns="0" bIns="0" rtlCol="0">
            <a:normAutofit/>
          </a:bodyPr>
          <a:lstStyle>
            <a:lvl1pPr marL="0" indent="0" algn="l" defTabSz="914354" rtl="0" eaLnBrk="1" latinLnBrk="0" hangingPunct="1">
              <a:lnSpc>
                <a:spcPct val="100000"/>
              </a:lnSpc>
              <a:spcBef>
                <a:spcPts val="600"/>
              </a:spcBef>
              <a:spcAft>
                <a:spcPts val="600"/>
              </a:spcAft>
              <a:buClr>
                <a:schemeClr val="bg1"/>
              </a:buClr>
              <a:buSzPct val="60000"/>
              <a:buFontTx/>
              <a:buNone/>
              <a:defRPr sz="2000" b="1" i="0" kern="1200">
                <a:solidFill>
                  <a:schemeClr val="tx1"/>
                </a:solidFill>
                <a:latin typeface="+mj-lt"/>
                <a:ea typeface="+mn-ea"/>
                <a:cs typeface="Arial" panose="020B0604020202020204" pitchFamily="34" charset="0"/>
              </a:defRPr>
            </a:lvl1pPr>
            <a:lvl2pPr marL="6350" indent="0" algn="l" defTabSz="914354" rtl="0" eaLnBrk="1" latinLnBrk="0" hangingPunct="1">
              <a:lnSpc>
                <a:spcPct val="100000"/>
              </a:lnSpc>
              <a:spcBef>
                <a:spcPts val="600"/>
              </a:spcBef>
              <a:spcAft>
                <a:spcPts val="600"/>
              </a:spcAft>
              <a:buClr>
                <a:schemeClr val="bg1"/>
              </a:buClr>
              <a:buSzPct val="60000"/>
              <a:buFontTx/>
              <a:buNone/>
              <a:tabLst/>
              <a:defRPr sz="1800" b="0" i="0" kern="1200">
                <a:solidFill>
                  <a:schemeClr val="tx1"/>
                </a:solidFill>
                <a:latin typeface="+mj-lt"/>
                <a:ea typeface="+mn-ea"/>
                <a:cs typeface="Arial" panose="020B0604020202020204" pitchFamily="34" charset="0"/>
              </a:defRPr>
            </a:lvl2pPr>
            <a:lvl3pPr marL="6350" indent="0" algn="l" defTabSz="914354" rtl="0" eaLnBrk="1" latinLnBrk="0" hangingPunct="1">
              <a:lnSpc>
                <a:spcPct val="100000"/>
              </a:lnSpc>
              <a:spcBef>
                <a:spcPts val="600"/>
              </a:spcBef>
              <a:spcAft>
                <a:spcPts val="600"/>
              </a:spcAft>
              <a:buClr>
                <a:schemeClr val="bg1"/>
              </a:buClr>
              <a:buSzPct val="60000"/>
              <a:buFontTx/>
              <a:buNone/>
              <a:tabLst/>
              <a:defRPr sz="1600" b="1" i="0" kern="1200">
                <a:solidFill>
                  <a:schemeClr val="tx1"/>
                </a:solidFill>
                <a:latin typeface="+mn-lt"/>
                <a:ea typeface="+mn-ea"/>
                <a:cs typeface="Arial" panose="020B0604020202020204" pitchFamily="34" charset="0"/>
              </a:defRPr>
            </a:lvl3pPr>
            <a:lvl4pPr marL="6350" indent="0" algn="l" defTabSz="914354" rtl="0" eaLnBrk="1" latinLnBrk="0" hangingPunct="1">
              <a:lnSpc>
                <a:spcPct val="100000"/>
              </a:lnSpc>
              <a:spcBef>
                <a:spcPts val="600"/>
              </a:spcBef>
              <a:spcAft>
                <a:spcPts val="600"/>
              </a:spcAft>
              <a:buClr>
                <a:schemeClr val="bg1"/>
              </a:buClr>
              <a:buSzPct val="60000"/>
              <a:buFontTx/>
              <a:buNone/>
              <a:tabLst/>
              <a:defRPr sz="1400" b="0" i="0" kern="1200">
                <a:solidFill>
                  <a:schemeClr val="tx1"/>
                </a:solidFill>
                <a:latin typeface="+mn-lt"/>
                <a:ea typeface="+mn-ea"/>
                <a:cs typeface="Arial" panose="020B0604020202020204" pitchFamily="34" charset="0"/>
              </a:defRPr>
            </a:lvl4pPr>
            <a:lvl5pPr marL="6350" indent="0" algn="l" defTabSz="914354" rtl="0" eaLnBrk="1" latinLnBrk="0" hangingPunct="1">
              <a:lnSpc>
                <a:spcPct val="100000"/>
              </a:lnSpc>
              <a:spcBef>
                <a:spcPts val="600"/>
              </a:spcBef>
              <a:spcAft>
                <a:spcPts val="600"/>
              </a:spcAft>
              <a:buClr>
                <a:schemeClr val="bg1"/>
              </a:buClr>
              <a:buSzPct val="60000"/>
              <a:buFontTx/>
              <a:buNone/>
              <a:tabLst/>
              <a:defRPr sz="1200" b="1" i="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Android mobile systems dominate the global market…</a:t>
            </a:r>
          </a:p>
          <a:p>
            <a:r>
              <a:rPr lang="en-AU" sz="1600" dirty="0"/>
              <a:t>                       According to market reports there are only 29 countries with more than 50% </a:t>
            </a:r>
            <a:r>
              <a:rPr lang="en-AU" sz="1600" dirty="0" err="1"/>
              <a:t>marketshare</a:t>
            </a:r>
            <a:r>
              <a:rPr lang="en-AU" sz="1600" dirty="0"/>
              <a:t> for </a:t>
            </a:r>
            <a:r>
              <a:rPr lang="en-AU" sz="1600" dirty="0" err="1"/>
              <a:t>ios</a:t>
            </a:r>
            <a:r>
              <a:rPr lang="en-AU" sz="1600" dirty="0"/>
              <a:t>,</a:t>
            </a:r>
            <a:r>
              <a:rPr lang="en-AU" sz="1600" b="0" dirty="0"/>
              <a:t> Number 30 for most iPhone users is the UK with </a:t>
            </a:r>
            <a:r>
              <a:rPr lang="en-AU" sz="1400" b="1" i="1" dirty="0"/>
              <a:t>49.7% </a:t>
            </a:r>
            <a:r>
              <a:rPr lang="en-AU" sz="1400" i="1" dirty="0" err="1"/>
              <a:t>ios</a:t>
            </a:r>
            <a:r>
              <a:rPr lang="en-AU" sz="1400" i="1" dirty="0"/>
              <a:t> </a:t>
            </a:r>
            <a:r>
              <a:rPr lang="en-AU" sz="1400" b="0" dirty="0"/>
              <a:t>and </a:t>
            </a:r>
            <a:r>
              <a:rPr lang="en-AU" sz="1400" b="1" i="1" dirty="0"/>
              <a:t>49.3% android</a:t>
            </a:r>
            <a:endParaRPr lang="en-AU" sz="1400" b="0" dirty="0"/>
          </a:p>
        </p:txBody>
      </p:sp>
      <p:sp>
        <p:nvSpPr>
          <p:cNvPr id="6" name="Content Placeholder 2">
            <a:extLst>
              <a:ext uri="{FF2B5EF4-FFF2-40B4-BE49-F238E27FC236}">
                <a16:creationId xmlns:a16="http://schemas.microsoft.com/office/drawing/2014/main" id="{B8BC7365-2A74-EC83-1D8D-F40977BA0329}"/>
              </a:ext>
            </a:extLst>
          </p:cNvPr>
          <p:cNvSpPr txBox="1">
            <a:spLocks/>
          </p:cNvSpPr>
          <p:nvPr/>
        </p:nvSpPr>
        <p:spPr>
          <a:xfrm>
            <a:off x="399737" y="2897623"/>
            <a:ext cx="9082830" cy="1228537"/>
          </a:xfrm>
          <a:prstGeom prst="rect">
            <a:avLst/>
          </a:prstGeom>
        </p:spPr>
        <p:txBody>
          <a:bodyPr vert="horz" lIns="0" tIns="0" rIns="0" bIns="0" rtlCol="0">
            <a:normAutofit lnSpcReduction="10000"/>
          </a:bodyPr>
          <a:lstStyle>
            <a:lvl1pPr marL="0" indent="0" algn="l" defTabSz="914354" rtl="0" eaLnBrk="1" latinLnBrk="0" hangingPunct="1">
              <a:lnSpc>
                <a:spcPct val="100000"/>
              </a:lnSpc>
              <a:spcBef>
                <a:spcPts val="600"/>
              </a:spcBef>
              <a:spcAft>
                <a:spcPts val="600"/>
              </a:spcAft>
              <a:buClr>
                <a:schemeClr val="bg1"/>
              </a:buClr>
              <a:buSzPct val="60000"/>
              <a:buFontTx/>
              <a:buNone/>
              <a:defRPr sz="2000" b="1" i="0" kern="1200">
                <a:solidFill>
                  <a:schemeClr val="tx1"/>
                </a:solidFill>
                <a:latin typeface="+mj-lt"/>
                <a:ea typeface="+mn-ea"/>
                <a:cs typeface="Arial" panose="020B0604020202020204" pitchFamily="34" charset="0"/>
              </a:defRPr>
            </a:lvl1pPr>
            <a:lvl2pPr marL="6350" indent="0" algn="l" defTabSz="914354" rtl="0" eaLnBrk="1" latinLnBrk="0" hangingPunct="1">
              <a:lnSpc>
                <a:spcPct val="100000"/>
              </a:lnSpc>
              <a:spcBef>
                <a:spcPts val="600"/>
              </a:spcBef>
              <a:spcAft>
                <a:spcPts val="600"/>
              </a:spcAft>
              <a:buClr>
                <a:schemeClr val="bg1"/>
              </a:buClr>
              <a:buSzPct val="60000"/>
              <a:buFontTx/>
              <a:buNone/>
              <a:tabLst/>
              <a:defRPr sz="1800" b="0" i="0" kern="1200">
                <a:solidFill>
                  <a:schemeClr val="tx1"/>
                </a:solidFill>
                <a:latin typeface="+mj-lt"/>
                <a:ea typeface="+mn-ea"/>
                <a:cs typeface="Arial" panose="020B0604020202020204" pitchFamily="34" charset="0"/>
              </a:defRPr>
            </a:lvl2pPr>
            <a:lvl3pPr marL="6350" indent="0" algn="l" defTabSz="914354" rtl="0" eaLnBrk="1" latinLnBrk="0" hangingPunct="1">
              <a:lnSpc>
                <a:spcPct val="100000"/>
              </a:lnSpc>
              <a:spcBef>
                <a:spcPts val="600"/>
              </a:spcBef>
              <a:spcAft>
                <a:spcPts val="600"/>
              </a:spcAft>
              <a:buClr>
                <a:schemeClr val="bg1"/>
              </a:buClr>
              <a:buSzPct val="60000"/>
              <a:buFontTx/>
              <a:buNone/>
              <a:tabLst/>
              <a:defRPr sz="1600" b="1" i="0" kern="1200">
                <a:solidFill>
                  <a:schemeClr val="tx1"/>
                </a:solidFill>
                <a:latin typeface="+mn-lt"/>
                <a:ea typeface="+mn-ea"/>
                <a:cs typeface="Arial" panose="020B0604020202020204" pitchFamily="34" charset="0"/>
              </a:defRPr>
            </a:lvl3pPr>
            <a:lvl4pPr marL="6350" indent="0" algn="l" defTabSz="914354" rtl="0" eaLnBrk="1" latinLnBrk="0" hangingPunct="1">
              <a:lnSpc>
                <a:spcPct val="100000"/>
              </a:lnSpc>
              <a:spcBef>
                <a:spcPts val="600"/>
              </a:spcBef>
              <a:spcAft>
                <a:spcPts val="600"/>
              </a:spcAft>
              <a:buClr>
                <a:schemeClr val="bg1"/>
              </a:buClr>
              <a:buSzPct val="60000"/>
              <a:buFontTx/>
              <a:buNone/>
              <a:tabLst/>
              <a:defRPr sz="1400" b="0" i="0" kern="1200">
                <a:solidFill>
                  <a:schemeClr val="tx1"/>
                </a:solidFill>
                <a:latin typeface="+mn-lt"/>
                <a:ea typeface="+mn-ea"/>
                <a:cs typeface="Arial" panose="020B0604020202020204" pitchFamily="34" charset="0"/>
              </a:defRPr>
            </a:lvl4pPr>
            <a:lvl5pPr marL="6350" indent="0" algn="l" defTabSz="914354" rtl="0" eaLnBrk="1" latinLnBrk="0" hangingPunct="1">
              <a:lnSpc>
                <a:spcPct val="100000"/>
              </a:lnSpc>
              <a:spcBef>
                <a:spcPts val="600"/>
              </a:spcBef>
              <a:spcAft>
                <a:spcPts val="600"/>
              </a:spcAft>
              <a:buClr>
                <a:schemeClr val="bg1"/>
              </a:buClr>
              <a:buSzPct val="60000"/>
              <a:buFontTx/>
              <a:buNone/>
              <a:tabLst/>
              <a:defRPr sz="1200" b="1" i="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Android is the least opinionated development framework…</a:t>
            </a:r>
          </a:p>
          <a:p>
            <a:r>
              <a:rPr lang="en-US" dirty="0"/>
              <a:t>	</a:t>
            </a:r>
            <a:r>
              <a:rPr lang="en-US" sz="1600" b="0" dirty="0"/>
              <a:t>In Android there is more than one way to implement most features. This makes the creative process open ended and provides the developer with multiple ways to think about a problem. iOS development usually follows a strict implementation path.</a:t>
            </a:r>
            <a:endParaRPr lang="en-US" dirty="0"/>
          </a:p>
        </p:txBody>
      </p:sp>
    </p:spTree>
    <p:extLst>
      <p:ext uri="{BB962C8B-B14F-4D97-AF65-F5344CB8AC3E}">
        <p14:creationId xmlns:p14="http://schemas.microsoft.com/office/powerpoint/2010/main" val="776364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58244" y="310620"/>
            <a:ext cx="8536374" cy="443198"/>
          </a:xfrm>
        </p:spPr>
        <p:txBody>
          <a:bodyPr/>
          <a:lstStyle/>
          <a:p>
            <a:r>
              <a:rPr lang="en-US" dirty="0"/>
              <a:t>Mobile development Frameworks</a:t>
            </a:r>
          </a:p>
        </p:txBody>
      </p:sp>
      <p:sp>
        <p:nvSpPr>
          <p:cNvPr id="3" name="Content Placeholder 2">
            <a:extLst>
              <a:ext uri="{FF2B5EF4-FFF2-40B4-BE49-F238E27FC236}">
                <a16:creationId xmlns:a16="http://schemas.microsoft.com/office/drawing/2014/main" id="{F44EA3D9-D379-1D45-9532-EC910C02D8FE}"/>
              </a:ext>
            </a:extLst>
          </p:cNvPr>
          <p:cNvSpPr>
            <a:spLocks noGrp="1"/>
          </p:cNvSpPr>
          <p:nvPr>
            <p:ph sz="half" idx="4294967295"/>
          </p:nvPr>
        </p:nvSpPr>
        <p:spPr>
          <a:xfrm>
            <a:off x="358244" y="1033514"/>
            <a:ext cx="8067527" cy="4790972"/>
          </a:xfrm>
        </p:spPr>
        <p:txBody>
          <a:bodyPr>
            <a:normAutofit/>
          </a:bodyPr>
          <a:lstStyle/>
          <a:p>
            <a:r>
              <a:rPr lang="en-US" sz="1800" dirty="0"/>
              <a:t>Android:</a:t>
            </a:r>
            <a:r>
              <a:rPr lang="en-US" sz="1800" b="0" dirty="0"/>
              <a:t> Android </a:t>
            </a:r>
            <a:r>
              <a:rPr lang="en-US" sz="1800" b="0" dirty="0" err="1"/>
              <a:t>Sdk</a:t>
            </a:r>
            <a:r>
              <a:rPr lang="en-US" sz="1800" b="0" dirty="0"/>
              <a:t> supports the Java and Kotlin programming languages and offers an extensive set of APIs and libraries for building native Android apps.</a:t>
            </a:r>
          </a:p>
          <a:p>
            <a:r>
              <a:rPr lang="en-US" sz="1800" dirty="0"/>
              <a:t>iOS:  </a:t>
            </a:r>
            <a:r>
              <a:rPr lang="en-US" sz="1800" b="0" dirty="0"/>
              <a:t>iOS is a robust mobile application development framework specifically tailored for Apple’s ecosystem. It provides essential tools, libraries, and APIs for building native iOS applications.</a:t>
            </a:r>
          </a:p>
          <a:p>
            <a:r>
              <a:rPr lang="en-US" sz="1800" dirty="0"/>
              <a:t>React Native:</a:t>
            </a:r>
            <a:r>
              <a:rPr lang="en-US" sz="1800" b="0" dirty="0"/>
              <a:t> React Native is a popular cross-platform framework developed by Facebook that allows developers to build native mobile apps for both iOS and Android using JavaScript and React.</a:t>
            </a:r>
          </a:p>
          <a:p>
            <a:r>
              <a:rPr lang="en-US" sz="1800" dirty="0"/>
              <a:t>Flutter:</a:t>
            </a:r>
            <a:r>
              <a:rPr lang="en-US" sz="1800" b="0" dirty="0"/>
              <a:t> Flutter is another cross-platform framework developed by Google that allows developers to build native apps for iOS, Android, and the web using the Dart programming language. </a:t>
            </a:r>
          </a:p>
          <a:p>
            <a:r>
              <a:rPr lang="en-US" sz="1800" dirty="0"/>
              <a:t>Ionic:</a:t>
            </a:r>
            <a:r>
              <a:rPr lang="en-US" sz="1800" b="0" dirty="0"/>
              <a:t> Ionic is an open-source framework that allows developers to build cross-platform mobile apps using web technologies such as HTML, CSS, and JavaScript.</a:t>
            </a:r>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2878653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58244" y="310620"/>
            <a:ext cx="8536374" cy="886397"/>
          </a:xfrm>
        </p:spPr>
        <p:txBody>
          <a:bodyPr/>
          <a:lstStyle/>
          <a:p>
            <a:pPr marL="0" indent="0">
              <a:buNone/>
            </a:pPr>
            <a:r>
              <a:rPr lang="en-US" sz="3200" dirty="0"/>
              <a:t>Cross platform Mobile Development Frameworks</a:t>
            </a:r>
          </a:p>
        </p:txBody>
      </p:sp>
      <p:sp>
        <p:nvSpPr>
          <p:cNvPr id="3" name="Content Placeholder 2">
            <a:extLst>
              <a:ext uri="{FF2B5EF4-FFF2-40B4-BE49-F238E27FC236}">
                <a16:creationId xmlns:a16="http://schemas.microsoft.com/office/drawing/2014/main" id="{F44EA3D9-D379-1D45-9532-EC910C02D8FE}"/>
              </a:ext>
            </a:extLst>
          </p:cNvPr>
          <p:cNvSpPr>
            <a:spLocks noGrp="1"/>
          </p:cNvSpPr>
          <p:nvPr>
            <p:ph sz="half" idx="4294967295"/>
          </p:nvPr>
        </p:nvSpPr>
        <p:spPr>
          <a:xfrm>
            <a:off x="358244" y="1388063"/>
            <a:ext cx="8067527" cy="4790972"/>
          </a:xfrm>
        </p:spPr>
        <p:txBody>
          <a:bodyPr>
            <a:normAutofit/>
          </a:bodyPr>
          <a:lstStyle/>
          <a:p>
            <a:r>
              <a:rPr lang="en-US" sz="1800" b="0" dirty="0"/>
              <a:t>Cross-platform development frameworks, such as React Native, ionic and Flutter, allow developers to write code once and deploy it on both Android and iOS devices. </a:t>
            </a:r>
          </a:p>
          <a:p>
            <a:r>
              <a:rPr lang="en-US" sz="1800" b="0" dirty="0"/>
              <a:t>These frameworks’ source code can be compiled for both operating systems, allowing the same app to run on both platforms.</a:t>
            </a:r>
          </a:p>
          <a:p>
            <a:r>
              <a:rPr lang="en-US" sz="1800" b="0" dirty="0"/>
              <a:t>Even with cross-platform development frameworks, there may be some platform-specific differences that need to be addressed to ensure the app works correctly on all platforms.</a:t>
            </a:r>
          </a:p>
          <a:p>
            <a:r>
              <a:rPr lang="en-US" sz="1800" b="0" dirty="0"/>
              <a:t>While cross-platform development can help to reduce development costs and speed up time to market, it's still important to test and optimize the app for each platform to ensure a high-quality user experience.</a:t>
            </a:r>
          </a:p>
          <a:p>
            <a:r>
              <a:rPr lang="en-US" sz="1800" b="0" dirty="0"/>
              <a:t>Cross platform apps tend to be less efficient and less performant than native apps due to the nature of execution of some cross-platform code and they also take longer to gain access to the latest features of the latest released versions of the iOS and Android operating systems.</a:t>
            </a:r>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2608913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7D3167-04AF-2ECD-ED61-1E089ACBC5E3}"/>
              </a:ext>
            </a:extLst>
          </p:cNvPr>
          <p:cNvSpPr txBox="1">
            <a:spLocks/>
          </p:cNvSpPr>
          <p:nvPr/>
        </p:nvSpPr>
        <p:spPr>
          <a:xfrm>
            <a:off x="371010" y="2358121"/>
            <a:ext cx="5472492" cy="1218795"/>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4400" b="1" i="0" kern="1200">
                <a:solidFill>
                  <a:schemeClr val="tx1"/>
                </a:solidFill>
                <a:latin typeface="Arial" panose="020B0604020202020204" pitchFamily="34" charset="0"/>
                <a:ea typeface="+mj-ea"/>
                <a:cs typeface="Arial" panose="020B0604020202020204" pitchFamily="34" charset="0"/>
              </a:defRPr>
            </a:lvl1pPr>
          </a:lstStyle>
          <a:p>
            <a:r>
              <a:rPr lang="en-AU" sz="4400" b="0" dirty="0">
                <a:effectLst/>
                <a:latin typeface="+mn-lt"/>
                <a:cs typeface="Aptos Serif" panose="020B0502040204020203" pitchFamily="18" charset="0"/>
              </a:rPr>
              <a:t>Development environment and tools</a:t>
            </a:r>
          </a:p>
        </p:txBody>
      </p:sp>
      <p:sp>
        <p:nvSpPr>
          <p:cNvPr id="3" name="Footer Placeholder 2">
            <a:extLst>
              <a:ext uri="{FF2B5EF4-FFF2-40B4-BE49-F238E27FC236}">
                <a16:creationId xmlns:a16="http://schemas.microsoft.com/office/drawing/2014/main" id="{679684BC-398E-6D77-4715-D7635CB14FF2}"/>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779093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58244" y="310620"/>
            <a:ext cx="8536374" cy="443198"/>
          </a:xfrm>
        </p:spPr>
        <p:txBody>
          <a:bodyPr/>
          <a:lstStyle/>
          <a:p>
            <a:r>
              <a:rPr lang="en-US" dirty="0"/>
              <a:t>Version Control With git</a:t>
            </a:r>
          </a:p>
        </p:txBody>
      </p:sp>
      <p:sp>
        <p:nvSpPr>
          <p:cNvPr id="3" name="Content Placeholder 2">
            <a:extLst>
              <a:ext uri="{FF2B5EF4-FFF2-40B4-BE49-F238E27FC236}">
                <a16:creationId xmlns:a16="http://schemas.microsoft.com/office/drawing/2014/main" id="{F44EA3D9-D379-1D45-9532-EC910C02D8FE}"/>
              </a:ext>
            </a:extLst>
          </p:cNvPr>
          <p:cNvSpPr>
            <a:spLocks noGrp="1"/>
          </p:cNvSpPr>
          <p:nvPr>
            <p:ph sz="half" idx="4294967295"/>
          </p:nvPr>
        </p:nvSpPr>
        <p:spPr>
          <a:xfrm>
            <a:off x="358244" y="1181383"/>
            <a:ext cx="8067527" cy="1328957"/>
          </a:xfrm>
        </p:spPr>
        <p:txBody>
          <a:bodyPr>
            <a:normAutofit/>
          </a:bodyPr>
          <a:lstStyle/>
          <a:p>
            <a:pPr marL="0" indent="0">
              <a:buNone/>
            </a:pPr>
            <a:r>
              <a:rPr lang="en-US" sz="2000" dirty="0"/>
              <a:t>What is version control ?</a:t>
            </a:r>
          </a:p>
          <a:p>
            <a:pPr marL="0" indent="0">
              <a:buNone/>
            </a:pPr>
            <a:r>
              <a:rPr lang="en-US" sz="1800" b="0" dirty="0"/>
              <a:t>It is a system that enables us to track and manage changes to our files. This system is installed in the form of a software to your computer.</a:t>
            </a:r>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4" name="Content Placeholder 2">
            <a:extLst>
              <a:ext uri="{FF2B5EF4-FFF2-40B4-BE49-F238E27FC236}">
                <a16:creationId xmlns:a16="http://schemas.microsoft.com/office/drawing/2014/main" id="{B9D9FD01-28D7-070C-2A00-AA529530D374}"/>
              </a:ext>
            </a:extLst>
          </p:cNvPr>
          <p:cNvSpPr txBox="1">
            <a:spLocks/>
          </p:cNvSpPr>
          <p:nvPr/>
        </p:nvSpPr>
        <p:spPr>
          <a:xfrm>
            <a:off x="358243" y="2510341"/>
            <a:ext cx="8067527" cy="1056388"/>
          </a:xfrm>
          <a:prstGeom prst="rect">
            <a:avLst/>
          </a:prstGeom>
        </p:spPr>
        <p:txBody>
          <a:bodyPr vert="horz" lIns="0" tIns="0" rIns="0" bIns="0" rtlCol="0">
            <a:normAutofit/>
          </a:bodyPr>
          <a:lst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mj-lt"/>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mj-lt"/>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mn-lt"/>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mn-lt"/>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Lucida Grande UI Regular"/>
              <a:buNone/>
            </a:pPr>
            <a:r>
              <a:rPr lang="en-US" dirty="0"/>
              <a:t>What is git ?</a:t>
            </a:r>
          </a:p>
          <a:p>
            <a:pPr marL="0" indent="0">
              <a:buFont typeface=".Lucida Grande UI Regular"/>
              <a:buNone/>
            </a:pPr>
            <a:r>
              <a:rPr lang="en-US" sz="1800" b="0" dirty="0"/>
              <a:t>Git is a version control system and software.</a:t>
            </a:r>
          </a:p>
        </p:txBody>
      </p:sp>
      <p:sp>
        <p:nvSpPr>
          <p:cNvPr id="6" name="Content Placeholder 2">
            <a:extLst>
              <a:ext uri="{FF2B5EF4-FFF2-40B4-BE49-F238E27FC236}">
                <a16:creationId xmlns:a16="http://schemas.microsoft.com/office/drawing/2014/main" id="{4D20A45C-2E92-0001-1350-0B1EA9453055}"/>
              </a:ext>
            </a:extLst>
          </p:cNvPr>
          <p:cNvSpPr txBox="1">
            <a:spLocks/>
          </p:cNvSpPr>
          <p:nvPr/>
        </p:nvSpPr>
        <p:spPr>
          <a:xfrm>
            <a:off x="358242" y="3616445"/>
            <a:ext cx="8067527" cy="1056388"/>
          </a:xfrm>
          <a:prstGeom prst="rect">
            <a:avLst/>
          </a:prstGeom>
        </p:spPr>
        <p:txBody>
          <a:bodyPr vert="horz" lIns="0" tIns="0" rIns="0" bIns="0" rtlCol="0">
            <a:normAutofit fontScale="92500" lnSpcReduction="20000"/>
          </a:bodyPr>
          <a:lst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mj-lt"/>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mj-lt"/>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mn-lt"/>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mn-lt"/>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Lucida Grande UI Regular"/>
              <a:buNone/>
            </a:pPr>
            <a:r>
              <a:rPr lang="en-US" dirty="0"/>
              <a:t>Why choose git ?</a:t>
            </a:r>
          </a:p>
          <a:p>
            <a:pPr marL="0" indent="0">
              <a:buFont typeface=".Lucida Grande UI Regular"/>
              <a:buNone/>
            </a:pPr>
            <a:r>
              <a:rPr lang="en-US" sz="1800" b="0" dirty="0"/>
              <a:t>Because git is the most used version control system in the industry and consequently is supported by many platforms to store and manage your projects in the form of repositories.</a:t>
            </a:r>
          </a:p>
        </p:txBody>
      </p:sp>
    </p:spTree>
    <p:extLst>
      <p:ext uri="{BB962C8B-B14F-4D97-AF65-F5344CB8AC3E}">
        <p14:creationId xmlns:p14="http://schemas.microsoft.com/office/powerpoint/2010/main" val="3816935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p:txBody>
          <a:bodyPr/>
          <a:lstStyle/>
          <a:p>
            <a:r>
              <a:rPr lang="en-US" dirty="0"/>
              <a:t>Using </a:t>
            </a:r>
            <a:r>
              <a:rPr lang="en-US" dirty="0" err="1"/>
              <a:t>Github</a:t>
            </a:r>
            <a:r>
              <a:rPr lang="en-US" dirty="0"/>
              <a:t> Desktop</a:t>
            </a:r>
          </a:p>
        </p:txBody>
      </p:sp>
      <p:sp>
        <p:nvSpPr>
          <p:cNvPr id="3" name="Content Placeholder 2">
            <a:extLst>
              <a:ext uri="{FF2B5EF4-FFF2-40B4-BE49-F238E27FC236}">
                <a16:creationId xmlns:a16="http://schemas.microsoft.com/office/drawing/2014/main" id="{F44EA3D9-D379-1D45-9532-EC910C02D8FE}"/>
              </a:ext>
            </a:extLst>
          </p:cNvPr>
          <p:cNvSpPr>
            <a:spLocks noGrp="1"/>
          </p:cNvSpPr>
          <p:nvPr>
            <p:ph sz="half" idx="4294967295"/>
          </p:nvPr>
        </p:nvSpPr>
        <p:spPr>
          <a:xfrm>
            <a:off x="399738" y="1381125"/>
            <a:ext cx="11129653" cy="1753961"/>
          </a:xfrm>
        </p:spPr>
        <p:txBody>
          <a:bodyPr>
            <a:normAutofit/>
          </a:bodyPr>
          <a:lstStyle/>
          <a:p>
            <a:pPr marL="0" indent="0">
              <a:buNone/>
            </a:pPr>
            <a:r>
              <a:rPr lang="en-US" sz="1800" dirty="0"/>
              <a:t>GitHub Desktop is a GUI that makes using git easy. </a:t>
            </a:r>
            <a:r>
              <a:rPr lang="en-US" sz="1800" b="0" dirty="0"/>
              <a:t>Traditionally developers used the </a:t>
            </a:r>
            <a:r>
              <a:rPr lang="en-US" sz="1800" b="0" dirty="0" err="1"/>
              <a:t>commandline</a:t>
            </a:r>
            <a:r>
              <a:rPr lang="en-US" sz="1800" b="0" dirty="0"/>
              <a:t> to interact and use git and it still is the preferred choice since there are many git commands and features that can only be utilized if we use the git cli ( command line interface ).</a:t>
            </a:r>
          </a:p>
          <a:p>
            <a:pPr marL="0" indent="0">
              <a:buNone/>
            </a:pPr>
            <a:r>
              <a:rPr lang="en-US" sz="1800" dirty="0"/>
              <a:t>Even so, GitHub Desktop is an accepted tool in the industry, and it facilitates most intents and purposes of mobile app development. </a:t>
            </a:r>
            <a:endParaRPr lang="en-US" sz="1800" b="0" dirty="0"/>
          </a:p>
        </p:txBody>
      </p:sp>
      <p:sp>
        <p:nvSpPr>
          <p:cNvPr id="4" name="Content Placeholder 2">
            <a:extLst>
              <a:ext uri="{FF2B5EF4-FFF2-40B4-BE49-F238E27FC236}">
                <a16:creationId xmlns:a16="http://schemas.microsoft.com/office/drawing/2014/main" id="{4564E8CE-474C-EAC4-8AD7-2020A47687EB}"/>
              </a:ext>
            </a:extLst>
          </p:cNvPr>
          <p:cNvSpPr txBox="1">
            <a:spLocks/>
          </p:cNvSpPr>
          <p:nvPr/>
        </p:nvSpPr>
        <p:spPr>
          <a:xfrm>
            <a:off x="399739" y="3137350"/>
            <a:ext cx="5319522" cy="2638705"/>
          </a:xfrm>
          <a:prstGeom prst="rect">
            <a:avLst/>
          </a:prstGeom>
        </p:spPr>
        <p:txBody>
          <a:bodyPr vert="horz" lIns="0" tIns="0" rIns="0" bIns="0" rtlCol="0">
            <a:normAutofit/>
          </a:bodyPr>
          <a:lst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mj-lt"/>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mj-lt"/>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mn-lt"/>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mn-lt"/>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0" dirty="0"/>
              <a:t>Practice doing the following using GitHub Desktop</a:t>
            </a:r>
          </a:p>
          <a:p>
            <a:pPr lvl="1"/>
            <a:r>
              <a:rPr lang="en-US" sz="1600" dirty="0"/>
              <a:t>Initialize a repository</a:t>
            </a:r>
          </a:p>
          <a:p>
            <a:pPr lvl="1"/>
            <a:r>
              <a:rPr lang="en-US" sz="1600" dirty="0"/>
              <a:t>Create a new branch</a:t>
            </a:r>
          </a:p>
          <a:p>
            <a:pPr lvl="1"/>
            <a:r>
              <a:rPr lang="en-US" sz="1600" b="0" dirty="0"/>
              <a:t>Making a commit </a:t>
            </a:r>
          </a:p>
        </p:txBody>
      </p:sp>
      <p:sp>
        <p:nvSpPr>
          <p:cNvPr id="6" name="Content Placeholder 2">
            <a:extLst>
              <a:ext uri="{FF2B5EF4-FFF2-40B4-BE49-F238E27FC236}">
                <a16:creationId xmlns:a16="http://schemas.microsoft.com/office/drawing/2014/main" id="{D6FC2C0C-FE7D-E32C-72FB-556734E143A4}"/>
              </a:ext>
            </a:extLst>
          </p:cNvPr>
          <p:cNvSpPr txBox="1">
            <a:spLocks/>
          </p:cNvSpPr>
          <p:nvPr/>
        </p:nvSpPr>
        <p:spPr>
          <a:xfrm>
            <a:off x="6096000" y="3504255"/>
            <a:ext cx="5319522" cy="2638705"/>
          </a:xfrm>
          <a:prstGeom prst="rect">
            <a:avLst/>
          </a:prstGeom>
        </p:spPr>
        <p:txBody>
          <a:bodyPr vert="horz" lIns="0" tIns="0" rIns="0" bIns="0" rtlCol="0">
            <a:normAutofit/>
          </a:bodyPr>
          <a:lst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mj-lt"/>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mj-lt"/>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mn-lt"/>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mn-lt"/>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1600" dirty="0"/>
              <a:t>Clone a repository</a:t>
            </a:r>
          </a:p>
          <a:p>
            <a:pPr lvl="1"/>
            <a:r>
              <a:rPr lang="en-US" sz="1600" dirty="0"/>
              <a:t>Fetch changes made to a repository</a:t>
            </a:r>
          </a:p>
          <a:p>
            <a:pPr lvl="1"/>
            <a:r>
              <a:rPr lang="en-US" sz="1600" dirty="0"/>
              <a:t>Switch branches</a:t>
            </a:r>
          </a:p>
          <a:p>
            <a:pPr lvl="1"/>
            <a:r>
              <a:rPr lang="en-US" sz="1600" b="0" dirty="0"/>
              <a:t>Merge a commit</a:t>
            </a:r>
          </a:p>
        </p:txBody>
      </p:sp>
    </p:spTree>
    <p:extLst>
      <p:ext uri="{BB962C8B-B14F-4D97-AF65-F5344CB8AC3E}">
        <p14:creationId xmlns:p14="http://schemas.microsoft.com/office/powerpoint/2010/main" val="2330655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4EA3D9-D379-1D45-9532-EC910C02D8FE}"/>
              </a:ext>
            </a:extLst>
          </p:cNvPr>
          <p:cNvSpPr>
            <a:spLocks noGrp="1"/>
          </p:cNvSpPr>
          <p:nvPr>
            <p:ph sz="half" idx="14"/>
          </p:nvPr>
        </p:nvSpPr>
        <p:spPr>
          <a:xfrm>
            <a:off x="398783" y="1503301"/>
            <a:ext cx="4187253" cy="4404514"/>
          </a:xfrm>
        </p:spPr>
        <p:txBody>
          <a:bodyPr>
            <a:normAutofit fontScale="92500" lnSpcReduction="10000"/>
          </a:bodyPr>
          <a:lstStyle/>
          <a:p>
            <a:pPr marL="0" indent="0">
              <a:buNone/>
            </a:pPr>
            <a:r>
              <a:rPr lang="en-US" dirty="0"/>
              <a:t>Why is it called an IDE ( Integrated Development Environment ) ?</a:t>
            </a:r>
            <a:br>
              <a:rPr lang="en-US" b="0" dirty="0"/>
            </a:br>
            <a:br>
              <a:rPr lang="en-US" b="0" dirty="0"/>
            </a:br>
            <a:r>
              <a:rPr lang="en-US" b="0" dirty="0"/>
              <a:t>This is because it brings together the tools and resources necessary to create/develop an application. ( In other words, it integrates the necessary tools and software into your development environment. )</a:t>
            </a:r>
            <a:br>
              <a:rPr lang="en-US" b="0" dirty="0"/>
            </a:br>
            <a:br>
              <a:rPr lang="en-US" b="0" dirty="0"/>
            </a:br>
            <a:r>
              <a:rPr lang="en-US" b="0" dirty="0"/>
              <a:t>What are these tools ?</a:t>
            </a:r>
          </a:p>
          <a:p>
            <a:pPr marL="0" indent="0">
              <a:buNone/>
            </a:pPr>
            <a:r>
              <a:rPr lang="en-US" b="0" dirty="0"/>
              <a:t>*Android SDK, *Kotlin compiler, *git, *Gradle</a:t>
            </a:r>
            <a:br>
              <a:rPr lang="en-US" b="0" dirty="0"/>
            </a:br>
            <a:r>
              <a:rPr lang="en-US" b="0" dirty="0"/>
              <a:t>- to name a few.</a:t>
            </a:r>
            <a:br>
              <a:rPr lang="en-US" b="0" dirty="0"/>
            </a:br>
            <a:br>
              <a:rPr lang="en-US" b="0" dirty="0"/>
            </a:br>
            <a:endParaRPr lang="en-US" b="0" dirty="0"/>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a:xfrm>
            <a:off x="3479800" y="6332080"/>
            <a:ext cx="7476429" cy="230304"/>
          </a:xfrm>
        </p:spPr>
        <p:txBody>
          <a:bodyPr anchor="ctr">
            <a:normAutofit/>
          </a:bodyPr>
          <a:lstStyle/>
          <a:p>
            <a:pPr>
              <a:spcAft>
                <a:spcPts val="600"/>
              </a:spcAft>
            </a:pPr>
            <a:r>
              <a:rPr lang="en-US" dirty="0"/>
              <a:t>Getting Started with Mobile Application Development</a:t>
            </a:r>
            <a:endParaRPr lang="en-US"/>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8" y="343837"/>
            <a:ext cx="8577208" cy="443198"/>
          </a:xfrm>
        </p:spPr>
        <p:txBody>
          <a:bodyPr wrap="square" anchor="t">
            <a:normAutofit/>
          </a:bodyPr>
          <a:lstStyle/>
          <a:p>
            <a:r>
              <a:rPr lang="en-US" dirty="0"/>
              <a:t>About Android Studio</a:t>
            </a:r>
          </a:p>
        </p:txBody>
      </p:sp>
      <p:pic>
        <p:nvPicPr>
          <p:cNvPr id="16" name="Picture 15" descr="IDE illustration">
            <a:extLst>
              <a:ext uri="{FF2B5EF4-FFF2-40B4-BE49-F238E27FC236}">
                <a16:creationId xmlns:a16="http://schemas.microsoft.com/office/drawing/2014/main" id="{484C84DA-8839-82BB-0E98-8899CF445C23}"/>
              </a:ext>
            </a:extLst>
          </p:cNvPr>
          <p:cNvPicPr>
            <a:picLocks noChangeAspect="1"/>
          </p:cNvPicPr>
          <p:nvPr/>
        </p:nvPicPr>
        <p:blipFill>
          <a:blip r:embed="rId2"/>
          <a:stretch>
            <a:fillRect/>
          </a:stretch>
        </p:blipFill>
        <p:spPr>
          <a:xfrm>
            <a:off x="5936260" y="1352144"/>
            <a:ext cx="5487423" cy="4153711"/>
          </a:xfrm>
          <a:prstGeom prst="rect">
            <a:avLst/>
          </a:prstGeom>
        </p:spPr>
      </p:pic>
    </p:spTree>
    <p:extLst>
      <p:ext uri="{BB962C8B-B14F-4D97-AF65-F5344CB8AC3E}">
        <p14:creationId xmlns:p14="http://schemas.microsoft.com/office/powerpoint/2010/main" val="3605873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7D3167-04AF-2ECD-ED61-1E089ACBC5E3}"/>
              </a:ext>
            </a:extLst>
          </p:cNvPr>
          <p:cNvSpPr txBox="1">
            <a:spLocks/>
          </p:cNvSpPr>
          <p:nvPr/>
        </p:nvSpPr>
        <p:spPr>
          <a:xfrm>
            <a:off x="371010" y="2358121"/>
            <a:ext cx="5472492" cy="1218795"/>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4400" b="1" i="0" kern="1200">
                <a:solidFill>
                  <a:schemeClr val="tx1"/>
                </a:solidFill>
                <a:latin typeface="Arial" panose="020B0604020202020204" pitchFamily="34" charset="0"/>
                <a:ea typeface="+mj-ea"/>
                <a:cs typeface="Arial" panose="020B0604020202020204" pitchFamily="34" charset="0"/>
              </a:defRPr>
            </a:lvl1pPr>
          </a:lstStyle>
          <a:p>
            <a:r>
              <a:rPr lang="en-AU" sz="4400" b="0" dirty="0">
                <a:effectLst/>
                <a:latin typeface="+mn-lt"/>
                <a:cs typeface="Aptos Serif" panose="020B0502040204020203" pitchFamily="18" charset="0"/>
              </a:rPr>
              <a:t>Android Studio </a:t>
            </a:r>
            <a:r>
              <a:rPr lang="en-AU" b="0" dirty="0">
                <a:latin typeface="+mn-lt"/>
                <a:cs typeface="Aptos Serif" panose="020B0502040204020203" pitchFamily="18" charset="0"/>
              </a:rPr>
              <a:t>W</a:t>
            </a:r>
            <a:r>
              <a:rPr lang="en-AU" sz="4400" b="0" dirty="0">
                <a:effectLst/>
                <a:latin typeface="+mn-lt"/>
                <a:cs typeface="Aptos Serif" panose="020B0502040204020203" pitchFamily="18" charset="0"/>
              </a:rPr>
              <a:t>alkthrough</a:t>
            </a:r>
          </a:p>
        </p:txBody>
      </p:sp>
      <p:sp>
        <p:nvSpPr>
          <p:cNvPr id="3" name="Footer Placeholder 2">
            <a:extLst>
              <a:ext uri="{FF2B5EF4-FFF2-40B4-BE49-F238E27FC236}">
                <a16:creationId xmlns:a16="http://schemas.microsoft.com/office/drawing/2014/main" id="{679684BC-398E-6D77-4715-D7635CB14FF2}"/>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2542541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58244" y="310620"/>
            <a:ext cx="8536374" cy="443198"/>
          </a:xfrm>
        </p:spPr>
        <p:txBody>
          <a:bodyPr/>
          <a:lstStyle/>
          <a:p>
            <a:r>
              <a:rPr lang="en-US" dirty="0"/>
              <a:t>Elaboration Video</a:t>
            </a:r>
          </a:p>
        </p:txBody>
      </p:sp>
      <p:sp>
        <p:nvSpPr>
          <p:cNvPr id="3" name="Content Placeholder 2">
            <a:extLst>
              <a:ext uri="{FF2B5EF4-FFF2-40B4-BE49-F238E27FC236}">
                <a16:creationId xmlns:a16="http://schemas.microsoft.com/office/drawing/2014/main" id="{F44EA3D9-D379-1D45-9532-EC910C02D8FE}"/>
              </a:ext>
            </a:extLst>
          </p:cNvPr>
          <p:cNvSpPr>
            <a:spLocks noGrp="1"/>
          </p:cNvSpPr>
          <p:nvPr>
            <p:ph sz="half" idx="4294967295"/>
          </p:nvPr>
        </p:nvSpPr>
        <p:spPr>
          <a:xfrm>
            <a:off x="358244" y="1381228"/>
            <a:ext cx="8067527" cy="4790972"/>
          </a:xfrm>
        </p:spPr>
        <p:txBody>
          <a:bodyPr>
            <a:normAutofit/>
          </a:bodyPr>
          <a:lstStyle/>
          <a:p>
            <a:pPr marL="0" indent="0">
              <a:buNone/>
            </a:pPr>
            <a:r>
              <a:rPr lang="en-US" sz="1200" b="0" dirty="0"/>
              <a:t>File system, Project creation, IDE settings ( Top left )</a:t>
            </a:r>
          </a:p>
          <a:p>
            <a:pPr marL="0" indent="0">
              <a:buNone/>
            </a:pPr>
            <a:r>
              <a:rPr lang="en-US" sz="1200" b="0" dirty="0"/>
              <a:t>Managing the emulator,  Device manager, Gradle tasks</a:t>
            </a:r>
          </a:p>
          <a:p>
            <a:pPr marL="0" indent="0">
              <a:buNone/>
            </a:pPr>
            <a:r>
              <a:rPr lang="en-US" sz="1200" b="0" dirty="0"/>
              <a:t>Build and run output windows,  Logcat, git version control window, terminal</a:t>
            </a:r>
          </a:p>
          <a:p>
            <a:pPr marL="0" indent="0">
              <a:buNone/>
            </a:pPr>
            <a:r>
              <a:rPr lang="en-US" sz="1200" b="0" dirty="0"/>
              <a:t>Editor, side view, preview</a:t>
            </a:r>
          </a:p>
          <a:p>
            <a:pPr marL="0" indent="0">
              <a:buNone/>
            </a:pPr>
            <a:endParaRPr lang="en-US" sz="1200" b="0" dirty="0"/>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4" name="TextBox 3">
            <a:extLst>
              <a:ext uri="{FF2B5EF4-FFF2-40B4-BE49-F238E27FC236}">
                <a16:creationId xmlns:a16="http://schemas.microsoft.com/office/drawing/2014/main" id="{DDD0A29E-4E84-711A-4BF1-EA1709905A58}"/>
              </a:ext>
            </a:extLst>
          </p:cNvPr>
          <p:cNvSpPr txBox="1"/>
          <p:nvPr/>
        </p:nvSpPr>
        <p:spPr>
          <a:xfrm>
            <a:off x="358244" y="5094514"/>
            <a:ext cx="7685542" cy="461665"/>
          </a:xfrm>
          <a:prstGeom prst="rect">
            <a:avLst/>
          </a:prstGeom>
          <a:noFill/>
        </p:spPr>
        <p:txBody>
          <a:bodyPr wrap="square" rtlCol="0">
            <a:spAutoFit/>
          </a:bodyPr>
          <a:lstStyle/>
          <a:p>
            <a:r>
              <a:rPr lang="en-US" sz="1200" b="1" dirty="0">
                <a:solidFill>
                  <a:srgbClr val="0070C0"/>
                </a:solidFill>
              </a:rPr>
              <a:t>To the Lecturer:</a:t>
            </a:r>
            <a:r>
              <a:rPr lang="en-US" sz="1200" dirty="0">
                <a:solidFill>
                  <a:srgbClr val="0070C0"/>
                </a:solidFill>
              </a:rPr>
              <a:t> </a:t>
            </a:r>
          </a:p>
          <a:p>
            <a:r>
              <a:rPr lang="en-US" sz="1200" i="1" dirty="0">
                <a:solidFill>
                  <a:srgbClr val="0070C0"/>
                </a:solidFill>
              </a:rPr>
              <a:t>Discuss the above sections/windows while using Android Studio </a:t>
            </a:r>
          </a:p>
        </p:txBody>
      </p:sp>
    </p:spTree>
    <p:extLst>
      <p:ext uri="{BB962C8B-B14F-4D97-AF65-F5344CB8AC3E}">
        <p14:creationId xmlns:p14="http://schemas.microsoft.com/office/powerpoint/2010/main" val="2490992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58244" y="310620"/>
            <a:ext cx="8536374" cy="443198"/>
          </a:xfrm>
        </p:spPr>
        <p:txBody>
          <a:bodyPr/>
          <a:lstStyle/>
          <a:p>
            <a:r>
              <a:rPr lang="en-US" dirty="0"/>
              <a:t>Basic Functions</a:t>
            </a:r>
          </a:p>
        </p:txBody>
      </p:sp>
      <p:sp>
        <p:nvSpPr>
          <p:cNvPr id="3" name="Content Placeholder 2">
            <a:extLst>
              <a:ext uri="{FF2B5EF4-FFF2-40B4-BE49-F238E27FC236}">
                <a16:creationId xmlns:a16="http://schemas.microsoft.com/office/drawing/2014/main" id="{F44EA3D9-D379-1D45-9532-EC910C02D8FE}"/>
              </a:ext>
            </a:extLst>
          </p:cNvPr>
          <p:cNvSpPr>
            <a:spLocks noGrp="1"/>
          </p:cNvSpPr>
          <p:nvPr>
            <p:ph sz="half" idx="4294967295"/>
          </p:nvPr>
        </p:nvSpPr>
        <p:spPr>
          <a:xfrm>
            <a:off x="358244" y="1381228"/>
            <a:ext cx="8067527" cy="4790972"/>
          </a:xfrm>
        </p:spPr>
        <p:txBody>
          <a:bodyPr>
            <a:normAutofit/>
          </a:bodyPr>
          <a:lstStyle/>
          <a:p>
            <a:pPr marL="0" indent="0">
              <a:buNone/>
            </a:pPr>
            <a:r>
              <a:rPr lang="en-US" sz="1200" b="0" dirty="0"/>
              <a:t>Creating a new app/project</a:t>
            </a:r>
          </a:p>
          <a:p>
            <a:pPr marL="0" indent="0">
              <a:buNone/>
            </a:pPr>
            <a:r>
              <a:rPr lang="en-US" sz="1200" b="0" dirty="0"/>
              <a:t>Creating an emulator</a:t>
            </a:r>
          </a:p>
          <a:p>
            <a:pPr marL="0" indent="0">
              <a:buNone/>
            </a:pPr>
            <a:r>
              <a:rPr lang="en-US" sz="1200" b="0" dirty="0"/>
              <a:t>Different Android versions and device image options</a:t>
            </a:r>
          </a:p>
          <a:p>
            <a:pPr marL="0" indent="0">
              <a:buNone/>
            </a:pPr>
            <a:r>
              <a:rPr lang="en-US" sz="1200" b="0" dirty="0"/>
              <a:t>Reading the logcat</a:t>
            </a:r>
          </a:p>
          <a:p>
            <a:pPr marL="0" indent="0">
              <a:buNone/>
            </a:pPr>
            <a:endParaRPr lang="en-US" sz="1200" b="0" dirty="0"/>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4" name="TextBox 3">
            <a:extLst>
              <a:ext uri="{FF2B5EF4-FFF2-40B4-BE49-F238E27FC236}">
                <a16:creationId xmlns:a16="http://schemas.microsoft.com/office/drawing/2014/main" id="{DDD0A29E-4E84-711A-4BF1-EA1709905A58}"/>
              </a:ext>
            </a:extLst>
          </p:cNvPr>
          <p:cNvSpPr txBox="1"/>
          <p:nvPr/>
        </p:nvSpPr>
        <p:spPr>
          <a:xfrm>
            <a:off x="358244" y="5094514"/>
            <a:ext cx="7685542" cy="461665"/>
          </a:xfrm>
          <a:prstGeom prst="rect">
            <a:avLst/>
          </a:prstGeom>
          <a:noFill/>
        </p:spPr>
        <p:txBody>
          <a:bodyPr wrap="square" rtlCol="0">
            <a:spAutoFit/>
          </a:bodyPr>
          <a:lstStyle/>
          <a:p>
            <a:r>
              <a:rPr lang="en-US" sz="1200" b="1" dirty="0">
                <a:solidFill>
                  <a:srgbClr val="0070C0"/>
                </a:solidFill>
              </a:rPr>
              <a:t>To the Lecturer:</a:t>
            </a:r>
            <a:r>
              <a:rPr lang="en-US" sz="1200" dirty="0">
                <a:solidFill>
                  <a:srgbClr val="0070C0"/>
                </a:solidFill>
              </a:rPr>
              <a:t> </a:t>
            </a:r>
          </a:p>
          <a:p>
            <a:r>
              <a:rPr lang="en-US" sz="1200" i="1" dirty="0">
                <a:solidFill>
                  <a:srgbClr val="0070C0"/>
                </a:solidFill>
              </a:rPr>
              <a:t>Complete the above tasks in Android Studio</a:t>
            </a:r>
          </a:p>
        </p:txBody>
      </p:sp>
    </p:spTree>
    <p:extLst>
      <p:ext uri="{BB962C8B-B14F-4D97-AF65-F5344CB8AC3E}">
        <p14:creationId xmlns:p14="http://schemas.microsoft.com/office/powerpoint/2010/main" val="9791081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7D3167-04AF-2ECD-ED61-1E089ACBC5E3}"/>
              </a:ext>
            </a:extLst>
          </p:cNvPr>
          <p:cNvSpPr txBox="1">
            <a:spLocks/>
          </p:cNvSpPr>
          <p:nvPr/>
        </p:nvSpPr>
        <p:spPr>
          <a:xfrm>
            <a:off x="371010" y="2358121"/>
            <a:ext cx="5472492" cy="1218795"/>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4400" b="1" i="0" kern="1200">
                <a:solidFill>
                  <a:schemeClr val="tx1"/>
                </a:solidFill>
                <a:latin typeface="Arial" panose="020B0604020202020204" pitchFamily="34" charset="0"/>
                <a:ea typeface="+mj-ea"/>
                <a:cs typeface="Arial" panose="020B0604020202020204" pitchFamily="34" charset="0"/>
              </a:defRPr>
            </a:lvl1pPr>
          </a:lstStyle>
          <a:p>
            <a:r>
              <a:rPr lang="en-AU" sz="4400" b="0" dirty="0">
                <a:effectLst/>
                <a:latin typeface="+mn-lt"/>
                <a:cs typeface="Aptos Serif" panose="020B0502040204020203" pitchFamily="18" charset="0"/>
              </a:rPr>
              <a:t>Kotlin Introduction and Overview</a:t>
            </a:r>
          </a:p>
        </p:txBody>
      </p:sp>
      <p:sp>
        <p:nvSpPr>
          <p:cNvPr id="3" name="Footer Placeholder 2">
            <a:extLst>
              <a:ext uri="{FF2B5EF4-FFF2-40B4-BE49-F238E27FC236}">
                <a16:creationId xmlns:a16="http://schemas.microsoft.com/office/drawing/2014/main" id="{679684BC-398E-6D77-4715-D7635CB14FF2}"/>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2112813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6636B-0E5A-12A9-16F4-31D4DE2040B8}"/>
              </a:ext>
            </a:extLst>
          </p:cNvPr>
          <p:cNvSpPr>
            <a:spLocks noGrp="1"/>
          </p:cNvSpPr>
          <p:nvPr>
            <p:ph type="body" sz="half" idx="2"/>
          </p:nvPr>
        </p:nvSpPr>
        <p:spPr/>
        <p:txBody>
          <a:bodyPr/>
          <a:lstStyle/>
          <a:p>
            <a:r>
              <a:rPr lang="en-AU" sz="1800" dirty="0"/>
              <a:t>Important facts about Kotlin :</a:t>
            </a:r>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p:txBody>
          <a:bodyPr/>
          <a:lstStyle/>
          <a:p>
            <a:r>
              <a:rPr lang="en-US" dirty="0"/>
              <a:t>Kotlin Introduction</a:t>
            </a:r>
          </a:p>
        </p:txBody>
      </p:sp>
      <p:sp>
        <p:nvSpPr>
          <p:cNvPr id="18" name="TextBox 17">
            <a:extLst>
              <a:ext uri="{FF2B5EF4-FFF2-40B4-BE49-F238E27FC236}">
                <a16:creationId xmlns:a16="http://schemas.microsoft.com/office/drawing/2014/main" id="{DF14A5F5-065A-4EAC-632D-E5E9F79BC91E}"/>
              </a:ext>
            </a:extLst>
          </p:cNvPr>
          <p:cNvSpPr txBox="1"/>
          <p:nvPr/>
        </p:nvSpPr>
        <p:spPr>
          <a:xfrm>
            <a:off x="399738" y="2276272"/>
            <a:ext cx="2690414" cy="1569660"/>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solidFill>
                  <a:srgbClr val="19191C"/>
                </a:solidFill>
                <a:effectLst/>
                <a:highlight>
                  <a:srgbClr val="FFFFFF"/>
                </a:highlight>
              </a:rPr>
              <a:t>Kotlin is an open-source statically typed programming language that targets the JVM, Android, JavaScript, </a:t>
            </a:r>
            <a:r>
              <a:rPr lang="en-US" sz="1600" b="0" i="0" dirty="0" err="1">
                <a:solidFill>
                  <a:srgbClr val="19191C"/>
                </a:solidFill>
                <a:effectLst/>
                <a:highlight>
                  <a:srgbClr val="FFFFFF"/>
                </a:highlight>
              </a:rPr>
              <a:t>Wasm</a:t>
            </a:r>
            <a:r>
              <a:rPr lang="en-US" sz="1600" b="0" i="0" dirty="0">
                <a:solidFill>
                  <a:srgbClr val="19191C"/>
                </a:solidFill>
                <a:effectLst/>
                <a:highlight>
                  <a:srgbClr val="FFFFFF"/>
                </a:highlight>
              </a:rPr>
              <a:t>, and Native.</a:t>
            </a:r>
            <a:endParaRPr lang="en-AU" sz="1600" dirty="0"/>
          </a:p>
        </p:txBody>
      </p:sp>
      <p:sp>
        <p:nvSpPr>
          <p:cNvPr id="22" name="TextBox 21">
            <a:extLst>
              <a:ext uri="{FF2B5EF4-FFF2-40B4-BE49-F238E27FC236}">
                <a16:creationId xmlns:a16="http://schemas.microsoft.com/office/drawing/2014/main" id="{1F8F480F-5718-DAB8-CB9B-D8A71D1A3259}"/>
              </a:ext>
            </a:extLst>
          </p:cNvPr>
          <p:cNvSpPr txBox="1"/>
          <p:nvPr/>
        </p:nvSpPr>
        <p:spPr>
          <a:xfrm>
            <a:off x="3479800" y="2281085"/>
            <a:ext cx="3614906" cy="1077218"/>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solidFill>
                  <a:srgbClr val="19191C"/>
                </a:solidFill>
                <a:effectLst/>
                <a:highlight>
                  <a:srgbClr val="FFFFFF"/>
                </a:highlight>
              </a:rPr>
              <a:t>The project started in 2010 and was open source from very early on. The first official 1.0 release was in February 2016.</a:t>
            </a:r>
            <a:endParaRPr lang="en-AU" sz="1600" dirty="0"/>
          </a:p>
        </p:txBody>
      </p:sp>
      <p:sp>
        <p:nvSpPr>
          <p:cNvPr id="23" name="TextBox 22">
            <a:extLst>
              <a:ext uri="{FF2B5EF4-FFF2-40B4-BE49-F238E27FC236}">
                <a16:creationId xmlns:a16="http://schemas.microsoft.com/office/drawing/2014/main" id="{7A8659CA-524F-7A15-8677-ED4C5E6D7155}"/>
              </a:ext>
            </a:extLst>
          </p:cNvPr>
          <p:cNvSpPr txBox="1"/>
          <p:nvPr/>
        </p:nvSpPr>
        <p:spPr>
          <a:xfrm>
            <a:off x="399738" y="4302554"/>
            <a:ext cx="5060722" cy="830997"/>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solidFill>
                  <a:srgbClr val="19191C"/>
                </a:solidFill>
                <a:effectLst/>
                <a:highlight>
                  <a:srgbClr val="FFFFFF"/>
                </a:highlight>
              </a:rPr>
              <a:t>Kotlin has both object-oriented and functional constructs. You can use it in both OO and FP styles, or mix elements of the two.</a:t>
            </a:r>
            <a:endParaRPr lang="en-AU" sz="1600" dirty="0"/>
          </a:p>
        </p:txBody>
      </p:sp>
      <p:sp>
        <p:nvSpPr>
          <p:cNvPr id="24" name="TextBox 23">
            <a:extLst>
              <a:ext uri="{FF2B5EF4-FFF2-40B4-BE49-F238E27FC236}">
                <a16:creationId xmlns:a16="http://schemas.microsoft.com/office/drawing/2014/main" id="{C5491759-04D1-B62D-64B4-41D3623C6582}"/>
              </a:ext>
            </a:extLst>
          </p:cNvPr>
          <p:cNvSpPr txBox="1"/>
          <p:nvPr/>
        </p:nvSpPr>
        <p:spPr>
          <a:xfrm>
            <a:off x="7731602" y="2279413"/>
            <a:ext cx="3403326" cy="2554545"/>
          </a:xfrm>
          <a:prstGeom prst="rect">
            <a:avLst/>
          </a:prstGeom>
          <a:noFill/>
        </p:spPr>
        <p:txBody>
          <a:bodyPr wrap="square" rtlCol="0">
            <a:spAutoFit/>
          </a:bodyPr>
          <a:lstStyle/>
          <a:p>
            <a:pPr marL="285750" indent="-285750">
              <a:buFont typeface="Arial" panose="020B0604020202020204" pitchFamily="34" charset="0"/>
              <a:buChar char="•"/>
            </a:pPr>
            <a:r>
              <a:rPr lang="en-AU" sz="1600" b="0" i="0" dirty="0">
                <a:solidFill>
                  <a:srgbClr val="19191C"/>
                </a:solidFill>
                <a:effectLst/>
                <a:highlight>
                  <a:srgbClr val="FFFFFF"/>
                </a:highlight>
              </a:rPr>
              <a:t>Kotlin is developed by </a:t>
            </a:r>
            <a:r>
              <a:rPr lang="en-AU" sz="1600" b="0" i="0" u="none" strike="noStrike" dirty="0">
                <a:effectLst/>
                <a:highlight>
                  <a:srgbClr val="FFFFFF"/>
                </a:highlight>
                <a:hlinkClick r:id="rId3"/>
              </a:rPr>
              <a:t>JetBrains</a:t>
            </a:r>
            <a:r>
              <a:rPr lang="en-US" sz="1600" b="0" i="0" dirty="0">
                <a:solidFill>
                  <a:srgbClr val="19191C"/>
                </a:solidFill>
                <a:effectLst/>
                <a:highlight>
                  <a:srgbClr val="FFFFFF"/>
                </a:highlight>
              </a:rPr>
              <a:t>.</a:t>
            </a:r>
          </a:p>
          <a:p>
            <a:pPr marL="285750" indent="-285750">
              <a:buFont typeface="Arial" panose="020B0604020202020204" pitchFamily="34" charset="0"/>
              <a:buChar char="•"/>
            </a:pPr>
            <a:endParaRPr lang="en-US" sz="1600" dirty="0">
              <a:solidFill>
                <a:srgbClr val="19191C"/>
              </a:solidFill>
              <a:highlight>
                <a:srgbClr val="FFFFFF"/>
              </a:highlight>
            </a:endParaRPr>
          </a:p>
          <a:p>
            <a:r>
              <a:rPr lang="en-US" sz="1600" dirty="0">
                <a:solidFill>
                  <a:srgbClr val="19191C"/>
                </a:solidFill>
                <a:highlight>
                  <a:srgbClr val="FFFFFF"/>
                </a:highlight>
              </a:rPr>
              <a:t>The official website for news and documentation about Kotlin is : </a:t>
            </a:r>
            <a:r>
              <a:rPr lang="en-AU" sz="1600" dirty="0">
                <a:hlinkClick r:id="rId4"/>
              </a:rPr>
              <a:t>Kotlin Programming Language (kotlinlang.org)</a:t>
            </a:r>
            <a:br>
              <a:rPr lang="en-AU" sz="1600" dirty="0"/>
            </a:br>
            <a:br>
              <a:rPr lang="en-AU" sz="1600" dirty="0"/>
            </a:br>
            <a:r>
              <a:rPr lang="en-AU" sz="1600" dirty="0"/>
              <a:t>The current API Spec is found here : </a:t>
            </a:r>
            <a:r>
              <a:rPr lang="en-AU" sz="1600" dirty="0" err="1">
                <a:hlinkClick r:id="rId5"/>
              </a:rPr>
              <a:t>kotlin-stdlib</a:t>
            </a:r>
            <a:r>
              <a:rPr lang="en-AU" sz="1600" dirty="0">
                <a:hlinkClick r:id="rId5"/>
              </a:rPr>
              <a:t> - Kotlin Programming Language (kotlinlang.org)</a:t>
            </a:r>
            <a:endParaRPr lang="en-AU" sz="1600" dirty="0"/>
          </a:p>
        </p:txBody>
      </p:sp>
    </p:spTree>
    <p:extLst>
      <p:ext uri="{BB962C8B-B14F-4D97-AF65-F5344CB8AC3E}">
        <p14:creationId xmlns:p14="http://schemas.microsoft.com/office/powerpoint/2010/main" val="4229507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1A044F6-9ABB-43EE-DF6F-9BFCFE5523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4123" y="1333902"/>
            <a:ext cx="4584746" cy="4403847"/>
          </a:xfrm>
          <a:prstGeom prst="rect">
            <a:avLst/>
          </a:prstGeom>
        </p:spPr>
      </p:pic>
      <p:sp>
        <p:nvSpPr>
          <p:cNvPr id="7" name="Text Placeholder 6">
            <a:extLst>
              <a:ext uri="{FF2B5EF4-FFF2-40B4-BE49-F238E27FC236}">
                <a16:creationId xmlns:a16="http://schemas.microsoft.com/office/drawing/2014/main" id="{E226636B-0E5A-12A9-16F4-31D4DE2040B8}"/>
              </a:ext>
            </a:extLst>
          </p:cNvPr>
          <p:cNvSpPr>
            <a:spLocks noGrp="1"/>
          </p:cNvSpPr>
          <p:nvPr>
            <p:ph type="body" sz="half" idx="2"/>
          </p:nvPr>
        </p:nvSpPr>
        <p:spPr>
          <a:xfrm>
            <a:off x="399738" y="1100439"/>
            <a:ext cx="2045147" cy="331408"/>
          </a:xfrm>
        </p:spPr>
        <p:txBody>
          <a:bodyPr/>
          <a:lstStyle/>
          <a:p>
            <a:r>
              <a:rPr lang="en-AU" sz="1800" dirty="0"/>
              <a:t>Fundamentals :</a:t>
            </a:r>
          </a:p>
        </p:txBody>
      </p:sp>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p:txBody>
          <a:bodyPr/>
          <a:lstStyle/>
          <a:p>
            <a:r>
              <a:rPr lang="en-US" dirty="0"/>
              <a:t>Object oriented programming with Kotlin</a:t>
            </a:r>
          </a:p>
        </p:txBody>
      </p:sp>
      <p:sp>
        <p:nvSpPr>
          <p:cNvPr id="24" name="TextBox 23">
            <a:extLst>
              <a:ext uri="{FF2B5EF4-FFF2-40B4-BE49-F238E27FC236}">
                <a16:creationId xmlns:a16="http://schemas.microsoft.com/office/drawing/2014/main" id="{C5491759-04D1-B62D-64B4-41D3623C6582}"/>
              </a:ext>
            </a:extLst>
          </p:cNvPr>
          <p:cNvSpPr txBox="1"/>
          <p:nvPr/>
        </p:nvSpPr>
        <p:spPr>
          <a:xfrm>
            <a:off x="6653253" y="1139346"/>
            <a:ext cx="4968057" cy="4770537"/>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solidFill>
                  <a:srgbClr val="19191C"/>
                </a:solidFill>
                <a:effectLst/>
                <a:highlight>
                  <a:srgbClr val="FFFFFF"/>
                </a:highlight>
              </a:rPr>
              <a:t>Basic types : </a:t>
            </a:r>
            <a:r>
              <a:rPr lang="en-AU" sz="1600" dirty="0">
                <a:hlinkClick r:id="rId5"/>
              </a:rPr>
              <a:t>Basic types | Kotlin Documentation (kotlinlang.org)</a:t>
            </a:r>
            <a:endParaRPr lang="en-AU" sz="1600" dirty="0"/>
          </a:p>
          <a:p>
            <a:pPr marL="285750" indent="-285750">
              <a:buFont typeface="Arial" panose="020B0604020202020204" pitchFamily="34" charset="0"/>
              <a:buChar char="•"/>
            </a:pPr>
            <a:r>
              <a:rPr lang="en-AU" sz="1600" b="0" i="0" dirty="0">
                <a:solidFill>
                  <a:srgbClr val="19191C"/>
                </a:solidFill>
                <a:effectLst/>
                <a:highlight>
                  <a:srgbClr val="FFFFFF"/>
                </a:highlight>
              </a:rPr>
              <a:t>Variables : </a:t>
            </a:r>
            <a:r>
              <a:rPr lang="fr-FR" sz="1600" dirty="0">
                <a:hlinkClick r:id="rId6"/>
              </a:rPr>
              <a:t>Basic </a:t>
            </a:r>
            <a:r>
              <a:rPr lang="fr-FR" sz="1600" dirty="0" err="1">
                <a:hlinkClick r:id="rId6"/>
              </a:rPr>
              <a:t>syntax</a:t>
            </a:r>
            <a:r>
              <a:rPr lang="fr-FR" sz="1600" dirty="0">
                <a:hlinkClick r:id="rId6"/>
              </a:rPr>
              <a:t> | </a:t>
            </a:r>
            <a:r>
              <a:rPr lang="fr-FR" sz="1600" dirty="0" err="1">
                <a:hlinkClick r:id="rId6"/>
              </a:rPr>
              <a:t>Kotlin</a:t>
            </a:r>
            <a:r>
              <a:rPr lang="fr-FR" sz="1600" dirty="0">
                <a:hlinkClick r:id="rId6"/>
              </a:rPr>
              <a:t> Documentation (kotlinlang.org)</a:t>
            </a:r>
            <a:endParaRPr lang="en-AU" sz="1600" dirty="0"/>
          </a:p>
          <a:p>
            <a:pPr marL="285750" indent="-285750">
              <a:buFont typeface="Arial" panose="020B0604020202020204" pitchFamily="34" charset="0"/>
              <a:buChar char="•"/>
            </a:pPr>
            <a:r>
              <a:rPr lang="en-US" sz="1600" b="0" i="0" dirty="0">
                <a:solidFill>
                  <a:srgbClr val="19191C"/>
                </a:solidFill>
                <a:effectLst/>
                <a:highlight>
                  <a:srgbClr val="FFFFFF"/>
                </a:highlight>
              </a:rPr>
              <a:t>Classes : </a:t>
            </a:r>
            <a:r>
              <a:rPr lang="en-AU" sz="1600" dirty="0">
                <a:hlinkClick r:id="rId7"/>
              </a:rPr>
              <a:t>Classes | Kotlin Documentation (kotlinlang.org)</a:t>
            </a:r>
            <a:endParaRPr lang="en-AU" sz="1600" dirty="0"/>
          </a:p>
          <a:p>
            <a:pPr marL="285750" indent="-285750">
              <a:buFont typeface="Arial" panose="020B0604020202020204" pitchFamily="34" charset="0"/>
              <a:buChar char="•"/>
            </a:pPr>
            <a:r>
              <a:rPr lang="en-AU" sz="1600" b="0" i="0" dirty="0">
                <a:solidFill>
                  <a:srgbClr val="19191C"/>
                </a:solidFill>
                <a:effectLst/>
                <a:highlight>
                  <a:srgbClr val="FFFFFF"/>
                </a:highlight>
              </a:rPr>
              <a:t>Functions : </a:t>
            </a:r>
            <a:r>
              <a:rPr lang="en-AU" sz="1600" dirty="0">
                <a:hlinkClick r:id="rId8"/>
              </a:rPr>
              <a:t>Functions | Kotlin Documentation (kotlinlang.org)</a:t>
            </a:r>
            <a:endParaRPr lang="en-AU" sz="1600" dirty="0"/>
          </a:p>
          <a:p>
            <a:pPr marL="285750" indent="-285750">
              <a:buFont typeface="Arial" panose="020B0604020202020204" pitchFamily="34" charset="0"/>
              <a:buChar char="•"/>
            </a:pPr>
            <a:r>
              <a:rPr lang="en-AU" sz="1600" b="0" i="0" dirty="0">
                <a:solidFill>
                  <a:srgbClr val="19191C"/>
                </a:solidFill>
                <a:effectLst/>
                <a:highlight>
                  <a:srgbClr val="FFFFFF"/>
                </a:highlight>
              </a:rPr>
              <a:t>Conditional statements, Loops</a:t>
            </a:r>
          </a:p>
          <a:p>
            <a:pPr marL="285750" indent="-285750">
              <a:buFont typeface="Arial" panose="020B0604020202020204" pitchFamily="34" charset="0"/>
              <a:buChar char="•"/>
            </a:pPr>
            <a:r>
              <a:rPr lang="en-AU" sz="1600" dirty="0">
                <a:solidFill>
                  <a:srgbClr val="19191C"/>
                </a:solidFill>
                <a:highlight>
                  <a:srgbClr val="FFFFFF"/>
                </a:highlight>
              </a:rPr>
              <a:t>Data Classes : </a:t>
            </a:r>
            <a:r>
              <a:rPr lang="en-AU" sz="1600" dirty="0">
                <a:hlinkClick r:id="rId9"/>
              </a:rPr>
              <a:t>Data classes | Kotlin Documentation (kotlinlang.org)</a:t>
            </a:r>
            <a:endParaRPr lang="en-AU" sz="1600" dirty="0"/>
          </a:p>
          <a:p>
            <a:pPr marL="285750" indent="-285750">
              <a:buFont typeface="Arial" panose="020B0604020202020204" pitchFamily="34" charset="0"/>
              <a:buChar char="•"/>
            </a:pPr>
            <a:r>
              <a:rPr lang="en-AU" sz="1600" b="0" i="0" dirty="0">
                <a:solidFill>
                  <a:srgbClr val="19191C"/>
                </a:solidFill>
                <a:effectLst/>
                <a:highlight>
                  <a:srgbClr val="FFFFFF"/>
                </a:highlight>
              </a:rPr>
              <a:t>Collections : </a:t>
            </a:r>
            <a:r>
              <a:rPr lang="en-AU" sz="1600" dirty="0">
                <a:hlinkClick r:id="rId10"/>
              </a:rPr>
              <a:t>Collections overview | Kotlin Documentation (kotlinlang.org)</a:t>
            </a:r>
            <a:endParaRPr lang="en-AU" sz="1600" dirty="0"/>
          </a:p>
          <a:p>
            <a:pPr marL="285750" indent="-285750">
              <a:buFont typeface="Arial" panose="020B0604020202020204" pitchFamily="34" charset="0"/>
              <a:buChar char="•"/>
            </a:pPr>
            <a:r>
              <a:rPr lang="en-AU" sz="1600" b="0" i="0" dirty="0">
                <a:solidFill>
                  <a:srgbClr val="19191C"/>
                </a:solidFill>
                <a:effectLst/>
                <a:highlight>
                  <a:srgbClr val="FFFFFF"/>
                </a:highlight>
              </a:rPr>
              <a:t>Interfaces, Abstract Classes, Sealed Classes, Inheritance.</a:t>
            </a:r>
          </a:p>
          <a:p>
            <a:pPr marL="285750" indent="-285750">
              <a:buFont typeface="Arial" panose="020B0604020202020204" pitchFamily="34" charset="0"/>
              <a:buChar char="•"/>
            </a:pPr>
            <a:r>
              <a:rPr lang="en-AU" sz="1600" b="0" i="0" dirty="0">
                <a:solidFill>
                  <a:srgbClr val="19191C"/>
                </a:solidFill>
                <a:effectLst/>
                <a:highlight>
                  <a:srgbClr val="FFFFFF"/>
                </a:highlight>
              </a:rPr>
              <a:t>Core functions and types : </a:t>
            </a:r>
            <a:r>
              <a:rPr lang="en-AU" sz="1600" dirty="0" err="1">
                <a:hlinkClick r:id="rId11"/>
              </a:rPr>
              <a:t>kotlin</a:t>
            </a:r>
            <a:r>
              <a:rPr lang="en-AU" sz="1600" dirty="0">
                <a:hlinkClick r:id="rId11"/>
              </a:rPr>
              <a:t> - Kotlin Programming Language (kotlinlang.org)</a:t>
            </a:r>
            <a:br>
              <a:rPr lang="en-AU" sz="1600" dirty="0"/>
            </a:br>
            <a:endParaRPr lang="en-AU" sz="1600" b="0" i="0" dirty="0">
              <a:solidFill>
                <a:srgbClr val="19191C"/>
              </a:solidFill>
              <a:effectLst/>
              <a:highlight>
                <a:srgbClr val="FFFFFF"/>
              </a:highlight>
            </a:endParaRPr>
          </a:p>
          <a:p>
            <a:pPr marL="285750" indent="-285750">
              <a:buFont typeface="Arial" panose="020B0604020202020204" pitchFamily="34" charset="0"/>
              <a:buChar char="•"/>
            </a:pPr>
            <a:r>
              <a:rPr lang="en-AU" sz="1600" dirty="0">
                <a:solidFill>
                  <a:srgbClr val="19191C"/>
                </a:solidFill>
                <a:highlight>
                  <a:srgbClr val="FFFFFF"/>
                </a:highlight>
              </a:rPr>
              <a:t>Other Language specific syntax…..</a:t>
            </a:r>
            <a:endParaRPr lang="en-US" sz="1600" b="0" i="0" dirty="0">
              <a:solidFill>
                <a:srgbClr val="19191C"/>
              </a:solidFill>
              <a:effectLst/>
              <a:highlight>
                <a:srgbClr val="FFFFFF"/>
              </a:highlight>
            </a:endParaRPr>
          </a:p>
        </p:txBody>
      </p:sp>
    </p:spTree>
    <p:extLst>
      <p:ext uri="{BB962C8B-B14F-4D97-AF65-F5344CB8AC3E}">
        <p14:creationId xmlns:p14="http://schemas.microsoft.com/office/powerpoint/2010/main" val="4105474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7D3167-04AF-2ECD-ED61-1E089ACBC5E3}"/>
              </a:ext>
            </a:extLst>
          </p:cNvPr>
          <p:cNvSpPr txBox="1">
            <a:spLocks/>
          </p:cNvSpPr>
          <p:nvPr/>
        </p:nvSpPr>
        <p:spPr>
          <a:xfrm>
            <a:off x="371010" y="2358121"/>
            <a:ext cx="5472492" cy="1218795"/>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4400" b="1" i="0" kern="1200">
                <a:solidFill>
                  <a:schemeClr val="tx1"/>
                </a:solidFill>
                <a:latin typeface="Arial" panose="020B0604020202020204" pitchFamily="34" charset="0"/>
                <a:ea typeface="+mj-ea"/>
                <a:cs typeface="Arial" panose="020B0604020202020204" pitchFamily="34" charset="0"/>
              </a:defRPr>
            </a:lvl1pPr>
          </a:lstStyle>
          <a:p>
            <a:r>
              <a:rPr lang="en-AU" sz="4400" b="0" dirty="0">
                <a:effectLst/>
                <a:latin typeface="+mn-lt"/>
                <a:cs typeface="Aptos Serif" panose="020B0502040204020203" pitchFamily="18" charset="0"/>
              </a:rPr>
              <a:t>Kotlin Basics</a:t>
            </a:r>
            <a:br>
              <a:rPr lang="en-AU" sz="4400" b="0" dirty="0">
                <a:effectLst/>
                <a:latin typeface="+mn-lt"/>
                <a:cs typeface="Aptos Serif" panose="020B0502040204020203" pitchFamily="18" charset="0"/>
              </a:rPr>
            </a:br>
            <a:r>
              <a:rPr lang="en-AU" sz="4400" b="0" dirty="0">
                <a:effectLst/>
                <a:latin typeface="+mn-lt"/>
                <a:cs typeface="Aptos Serif" panose="020B0502040204020203" pitchFamily="18" charset="0"/>
              </a:rPr>
              <a:t>Exercises</a:t>
            </a:r>
          </a:p>
        </p:txBody>
      </p:sp>
      <p:sp>
        <p:nvSpPr>
          <p:cNvPr id="3" name="Footer Placeholder 2">
            <a:extLst>
              <a:ext uri="{FF2B5EF4-FFF2-40B4-BE49-F238E27FC236}">
                <a16:creationId xmlns:a16="http://schemas.microsoft.com/office/drawing/2014/main" id="{679684BC-398E-6D77-4715-D7635CB14FF2}"/>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1674089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886397"/>
          </a:xfrm>
        </p:spPr>
        <p:txBody>
          <a:bodyPr/>
          <a:lstStyle/>
          <a:p>
            <a:r>
              <a:rPr lang="en-US" dirty="0"/>
              <a:t>Exercise 1 : Executing Kotlin code from Android-Studio</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4614110"/>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r>
              <a:rPr kumimoji="0" lang="en-US" altLang="en-US" sz="2400" b="0" i="0" u="none" strike="noStrike" cap="none" normalizeH="0" baseline="0" dirty="0">
                <a:ln>
                  <a:noFill/>
                </a:ln>
                <a:solidFill>
                  <a:srgbClr val="CF8E6D"/>
                </a:solidFill>
                <a:effectLst/>
                <a:latin typeface="JetBrains Mono"/>
              </a:rPr>
              <a:t>fun </a:t>
            </a:r>
            <a:r>
              <a:rPr kumimoji="0" lang="en-US" altLang="en-US" sz="2400" b="0" i="0" u="none" strike="noStrike" cap="none" normalizeH="0" baseline="0" dirty="0">
                <a:ln>
                  <a:noFill/>
                </a:ln>
                <a:solidFill>
                  <a:srgbClr val="56A8F5"/>
                </a:solidFill>
                <a:effectLst/>
                <a:latin typeface="JetBrains Mono"/>
              </a:rPr>
              <a:t>main</a:t>
            </a:r>
            <a:r>
              <a:rPr kumimoji="0" lang="en-US" altLang="en-US" sz="2400" b="0" i="0" u="none" strike="noStrike" cap="none" normalizeH="0" baseline="0" dirty="0">
                <a:ln>
                  <a:noFill/>
                </a:ln>
                <a:solidFill>
                  <a:srgbClr val="BCBEC4"/>
                </a:solidFill>
                <a:effectLst/>
                <a:latin typeface="JetBrains Mono"/>
              </a:rPr>
              <a:t>() {</a:t>
            </a:r>
            <a:br>
              <a:rPr kumimoji="0" lang="en-US" altLang="en-US" sz="2400" b="0" i="0" u="none" strike="noStrike" cap="none" normalizeH="0" baseline="0" dirty="0">
                <a:ln>
                  <a:noFill/>
                </a:ln>
                <a:solidFill>
                  <a:srgbClr val="BCBEC4"/>
                </a:solidFill>
                <a:effectLst/>
                <a:latin typeface="JetBrains Mono"/>
              </a:rPr>
            </a:br>
            <a:r>
              <a:rPr kumimoji="0" lang="en-US" altLang="en-US" sz="2400" b="0" i="0" u="none" strike="noStrike" cap="none" normalizeH="0" baseline="0" dirty="0">
                <a:ln>
                  <a:noFill/>
                </a:ln>
                <a:solidFill>
                  <a:srgbClr val="BCBEC4"/>
                </a:solidFill>
                <a:effectLst/>
                <a:latin typeface="JetBrains Mono"/>
              </a:rPr>
              <a:t>    </a:t>
            </a:r>
            <a:br>
              <a:rPr kumimoji="0" lang="en-US" altLang="en-US" sz="2400" b="0" i="0" u="none" strike="noStrike" cap="none" normalizeH="0" baseline="0" dirty="0">
                <a:ln>
                  <a:noFill/>
                </a:ln>
                <a:solidFill>
                  <a:srgbClr val="BCBEC4"/>
                </a:solidFill>
                <a:effectLst/>
                <a:latin typeface="JetBrains Mono"/>
              </a:rPr>
            </a:br>
            <a:r>
              <a:rPr kumimoji="0" lang="en-US" altLang="en-US" sz="2400" b="0" i="0" u="none" strike="noStrike" cap="none" normalizeH="0" baseline="0" dirty="0">
                <a:ln>
                  <a:noFill/>
                </a:ln>
                <a:solidFill>
                  <a:srgbClr val="BCBEC4"/>
                </a:solidFill>
                <a:effectLst/>
                <a:latin typeface="JetBrains Mono"/>
              </a:rPr>
              <a:t>}</a:t>
            </a:r>
          </a:p>
          <a:p>
            <a:endParaRPr lang="en-US" altLang="en-US" sz="2400" dirty="0">
              <a:solidFill>
                <a:srgbClr val="BCBEC4"/>
              </a:solidFill>
              <a:latin typeface="JetBrains Mono"/>
            </a:endParaRPr>
          </a:p>
          <a:p>
            <a:r>
              <a:rPr kumimoji="0" lang="en-US" altLang="en-US" sz="1600" b="0" i="0" u="none" strike="noStrike" cap="none" normalizeH="0" baseline="0" dirty="0">
                <a:ln>
                  <a:noFill/>
                </a:ln>
                <a:solidFill>
                  <a:srgbClr val="BCBEC4"/>
                </a:solidFill>
                <a:effectLst/>
              </a:rPr>
              <a:t>// Create a Kotlin file in your project space and add the above code to the file.</a:t>
            </a:r>
          </a:p>
          <a:p>
            <a:endParaRPr lang="en-US" altLang="en-US" dirty="0">
              <a:solidFill>
                <a:srgbClr val="BCBEC4"/>
              </a:solidFill>
              <a:latin typeface="JetBrains Mono"/>
            </a:endParaRPr>
          </a:p>
          <a:p>
            <a:r>
              <a:rPr kumimoji="0" lang="en-US" altLang="en-US" sz="2400" b="0" i="0" u="none" strike="noStrike" cap="none" normalizeH="0" baseline="0" dirty="0">
                <a:ln>
                  <a:noFill/>
                </a:ln>
                <a:solidFill>
                  <a:srgbClr val="CF8E6D"/>
                </a:solidFill>
                <a:effectLst/>
                <a:latin typeface="JetBrains Mono"/>
              </a:rPr>
              <a:t>fun </a:t>
            </a:r>
            <a:r>
              <a:rPr kumimoji="0" lang="en-US" altLang="en-US" sz="2400" b="0" i="0" u="none" strike="noStrike" cap="none" normalizeH="0" baseline="0" dirty="0">
                <a:ln>
                  <a:noFill/>
                </a:ln>
                <a:solidFill>
                  <a:srgbClr val="56A8F5"/>
                </a:solidFill>
                <a:effectLst/>
                <a:latin typeface="JetBrains Mono"/>
              </a:rPr>
              <a:t>main</a:t>
            </a:r>
            <a:r>
              <a:rPr kumimoji="0" lang="en-US" altLang="en-US" sz="2400" b="0" i="0" u="none" strike="noStrike" cap="none" normalizeH="0" baseline="0" dirty="0">
                <a:ln>
                  <a:noFill/>
                </a:ln>
                <a:solidFill>
                  <a:srgbClr val="BCBEC4"/>
                </a:solidFill>
                <a:effectLst/>
                <a:latin typeface="JetBrains Mono"/>
              </a:rPr>
              <a:t>() {</a:t>
            </a:r>
            <a:br>
              <a:rPr kumimoji="0" lang="en-US" altLang="en-US" sz="2400" b="0" i="0" u="none" strike="noStrike" cap="none" normalizeH="0" baseline="0" dirty="0">
                <a:ln>
                  <a:noFill/>
                </a:ln>
                <a:solidFill>
                  <a:srgbClr val="BCBEC4"/>
                </a:solidFill>
                <a:effectLst/>
                <a:latin typeface="JetBrains Mono"/>
              </a:rPr>
            </a:br>
            <a:r>
              <a:rPr kumimoji="0" lang="en-US" altLang="en-US" sz="2400" b="0" i="0" u="none" strike="noStrike" cap="none" normalizeH="0" baseline="0" dirty="0">
                <a:ln>
                  <a:noFill/>
                </a:ln>
                <a:solidFill>
                  <a:srgbClr val="BCBEC4"/>
                </a:solidFill>
                <a:effectLst/>
                <a:latin typeface="JetBrains Mono"/>
              </a:rPr>
              <a:t>    </a:t>
            </a:r>
            <a:r>
              <a:rPr kumimoji="0" lang="en-US" altLang="en-US" sz="2400" b="0" i="1" u="none" strike="noStrike" cap="none" normalizeH="0" baseline="0" dirty="0">
                <a:ln>
                  <a:noFill/>
                </a:ln>
                <a:solidFill>
                  <a:srgbClr val="BCBEC4"/>
                </a:solidFill>
                <a:effectLst/>
                <a:latin typeface="JetBrains Mono"/>
              </a:rPr>
              <a:t>print</a:t>
            </a:r>
            <a:r>
              <a:rPr kumimoji="0" lang="en-US" altLang="en-US" sz="2400" b="0" i="0" u="none" strike="noStrike" cap="none" normalizeH="0" baseline="0" dirty="0">
                <a:ln>
                  <a:noFill/>
                </a:ln>
                <a:solidFill>
                  <a:srgbClr val="BCBEC4"/>
                </a:solidFill>
                <a:effectLst/>
                <a:latin typeface="JetBrains Mono"/>
              </a:rPr>
              <a:t>(</a:t>
            </a:r>
            <a:r>
              <a:rPr kumimoji="0" lang="en-US" altLang="en-US" sz="2400" b="0" i="0" u="none" strike="noStrike" cap="none" normalizeH="0" baseline="0" dirty="0">
                <a:ln>
                  <a:noFill/>
                </a:ln>
                <a:solidFill>
                  <a:srgbClr val="6AAB73"/>
                </a:solidFill>
                <a:effectLst/>
                <a:latin typeface="JetBrains Mono"/>
              </a:rPr>
              <a:t>"Hello World!"</a:t>
            </a:r>
            <a:r>
              <a:rPr kumimoji="0" lang="en-US" altLang="en-US" sz="2400" b="0" i="0" u="none" strike="noStrike" cap="none" normalizeH="0" baseline="0" dirty="0">
                <a:ln>
                  <a:noFill/>
                </a:ln>
                <a:solidFill>
                  <a:srgbClr val="BCBEC4"/>
                </a:solidFill>
                <a:effectLst/>
                <a:latin typeface="JetBrains Mono"/>
              </a:rPr>
              <a:t>)</a:t>
            </a:r>
            <a:br>
              <a:rPr kumimoji="0" lang="en-US" altLang="en-US" sz="2400" b="0" i="0" u="none" strike="noStrike" cap="none" normalizeH="0" baseline="0" dirty="0">
                <a:ln>
                  <a:noFill/>
                </a:ln>
                <a:solidFill>
                  <a:srgbClr val="BCBEC4"/>
                </a:solidFill>
                <a:effectLst/>
                <a:latin typeface="JetBrains Mono"/>
              </a:rPr>
            </a:br>
            <a:r>
              <a:rPr kumimoji="0" lang="en-US" altLang="en-US" sz="2400" b="0" i="0" u="none" strike="noStrike" cap="none" normalizeH="0" baseline="0" dirty="0">
                <a:ln>
                  <a:noFill/>
                </a:ln>
                <a:solidFill>
                  <a:srgbClr val="BCBEC4"/>
                </a:solidFill>
                <a:effectLst/>
                <a:latin typeface="JetBrains Mono"/>
              </a:rPr>
              <a:t>}</a:t>
            </a:r>
          </a:p>
          <a:p>
            <a:endParaRPr lang="en-US" altLang="en-US" sz="2400" dirty="0">
              <a:solidFill>
                <a:srgbClr val="BCBEC4"/>
              </a:solidFill>
              <a:latin typeface="JetBrains Mono"/>
            </a:endParaRPr>
          </a:p>
          <a:p>
            <a:r>
              <a:rPr kumimoji="0" lang="en-US" altLang="en-US" sz="1600" b="0" i="0" u="none" strike="noStrike" cap="none" normalizeH="0" baseline="0" dirty="0">
                <a:ln>
                  <a:noFill/>
                </a:ln>
                <a:solidFill>
                  <a:srgbClr val="BCBEC4"/>
                </a:solidFill>
                <a:effectLst/>
              </a:rPr>
              <a:t>// Next add any message to the print method and run the main function.</a:t>
            </a: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11" name="Rectangle: Rounded Corners 10">
            <a:extLst>
              <a:ext uri="{FF2B5EF4-FFF2-40B4-BE49-F238E27FC236}">
                <a16:creationId xmlns:a16="http://schemas.microsoft.com/office/drawing/2014/main" id="{0BCA0C32-322F-A5EE-830F-16060689A357}"/>
              </a:ext>
            </a:extLst>
          </p:cNvPr>
          <p:cNvSpPr/>
          <p:nvPr/>
        </p:nvSpPr>
        <p:spPr>
          <a:xfrm>
            <a:off x="7976937" y="3429000"/>
            <a:ext cx="3982451" cy="2406316"/>
          </a:xfrm>
          <a:prstGeom prst="roundRect">
            <a:avLst/>
          </a:prstGeom>
          <a:solidFill>
            <a:srgbClr val="92D050">
              <a:alpha val="74902"/>
            </a:srgbClr>
          </a:solidFill>
          <a:ln/>
        </p:spPr>
        <p:style>
          <a:lnRef idx="0">
            <a:schemeClr val="accent1"/>
          </a:lnRef>
          <a:fillRef idx="3">
            <a:schemeClr val="accent1"/>
          </a:fillRef>
          <a:effectRef idx="3">
            <a:schemeClr val="accent1"/>
          </a:effectRef>
          <a:fontRef idx="minor">
            <a:schemeClr val="lt1"/>
          </a:fontRef>
        </p:style>
        <p:txBody>
          <a:bodyPr rtlCol="0" anchor="t"/>
          <a:lstStyle/>
          <a:p>
            <a:r>
              <a:rPr kumimoji="0" lang="en-US" altLang="en-US" sz="2400" b="0" i="0" u="none" strike="noStrike" cap="none" normalizeH="0" baseline="0" dirty="0">
                <a:ln>
                  <a:noFill/>
                </a:ln>
                <a:solidFill>
                  <a:schemeClr val="bg2">
                    <a:lumMod val="95000"/>
                  </a:schemeClr>
                </a:solidFill>
                <a:effectLst/>
              </a:rPr>
              <a:t>Console Output:</a:t>
            </a:r>
          </a:p>
          <a:p>
            <a:endParaRPr lang="en-US" altLang="en-US" sz="2400" dirty="0">
              <a:solidFill>
                <a:schemeClr val="bg2">
                  <a:lumMod val="95000"/>
                </a:schemeClr>
              </a:solidFill>
            </a:endParaRPr>
          </a:p>
          <a:p>
            <a:r>
              <a:rPr kumimoji="0" lang="en-US" altLang="en-US" sz="2400" b="0" i="0" u="none" strike="noStrike" cap="none" normalizeH="0" baseline="0" dirty="0">
                <a:ln>
                  <a:noFill/>
                </a:ln>
                <a:solidFill>
                  <a:schemeClr val="bg2">
                    <a:lumMod val="95000"/>
                  </a:schemeClr>
                </a:solidFill>
                <a:effectLst/>
              </a:rPr>
              <a:t>Hello World!</a:t>
            </a:r>
          </a:p>
          <a:p>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32ED1BAB-2D52-CFF0-A02E-ECB0DD6F7A82}"/>
              </a:ext>
            </a:extLst>
          </p:cNvPr>
          <p:cNvSpPr txBox="1"/>
          <p:nvPr/>
        </p:nvSpPr>
        <p:spPr>
          <a:xfrm>
            <a:off x="7976937" y="1230234"/>
            <a:ext cx="3982451" cy="1569660"/>
          </a:xfrm>
          <a:prstGeom prst="rect">
            <a:avLst/>
          </a:prstGeom>
          <a:noFill/>
        </p:spPr>
        <p:txBody>
          <a:bodyPr wrap="square" rtlCol="0">
            <a:spAutoFit/>
          </a:bodyPr>
          <a:lstStyle/>
          <a:p>
            <a:r>
              <a:rPr lang="en-US" sz="1600" dirty="0"/>
              <a:t>A collection of basic syntax elements with examples can be found </a:t>
            </a:r>
            <a:r>
              <a:rPr lang="en-US" sz="1600" dirty="0">
                <a:hlinkClick r:id="rId2"/>
              </a:rPr>
              <a:t>here.</a:t>
            </a:r>
            <a:br>
              <a:rPr lang="en-US" sz="1600" dirty="0"/>
            </a:br>
            <a:br>
              <a:rPr lang="en-US" sz="1600" dirty="0"/>
            </a:br>
            <a:r>
              <a:rPr lang="en-US" sz="1600" dirty="0"/>
              <a:t>You can also learn all the Kotlin essentials with the free </a:t>
            </a:r>
            <a:r>
              <a:rPr lang="en-US" sz="1600" dirty="0">
                <a:hlinkClick r:id="rId3"/>
              </a:rPr>
              <a:t>Kotlin Core track</a:t>
            </a:r>
            <a:r>
              <a:rPr lang="en-US" sz="1600" dirty="0"/>
              <a:t> by JetBrains Academy.</a:t>
            </a:r>
            <a:endParaRPr lang="en-AU" sz="1600" dirty="0"/>
          </a:p>
        </p:txBody>
      </p:sp>
    </p:spTree>
    <p:extLst>
      <p:ext uri="{BB962C8B-B14F-4D97-AF65-F5344CB8AC3E}">
        <p14:creationId xmlns:p14="http://schemas.microsoft.com/office/powerpoint/2010/main" val="33245064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443198"/>
          </a:xfrm>
        </p:spPr>
        <p:txBody>
          <a:bodyPr/>
          <a:lstStyle/>
          <a:p>
            <a:r>
              <a:rPr lang="en-US" dirty="0"/>
              <a:t>Exercise 2 : Using variables to store basic data types</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4614110"/>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CF8E6D"/>
                </a:solidFill>
                <a:effectLst/>
                <a:latin typeface="JetBrains Mono"/>
              </a:rPr>
              <a:t>val </a:t>
            </a:r>
            <a:r>
              <a:rPr kumimoji="0" lang="en-US" altLang="en-US" b="0" i="0" u="none" strike="noStrike" cap="none" normalizeH="0" baseline="0" dirty="0">
                <a:ln>
                  <a:noFill/>
                </a:ln>
                <a:solidFill>
                  <a:srgbClr val="BCBEC4"/>
                </a:solidFill>
                <a:effectLst/>
                <a:latin typeface="JetBrains Mono"/>
              </a:rPr>
              <a:t>firstWord = </a:t>
            </a:r>
            <a:r>
              <a:rPr kumimoji="0" lang="en-US" altLang="en-US" b="0" i="0" u="none" strike="noStrike" cap="none" normalizeH="0" baseline="0" dirty="0">
                <a:ln>
                  <a:noFill/>
                </a:ln>
                <a:solidFill>
                  <a:srgbClr val="6AAB73"/>
                </a:solidFill>
                <a:effectLst/>
                <a:latin typeface="JetBrains Mono"/>
              </a:rPr>
              <a:t>"Hello "</a:t>
            </a:r>
            <a:br>
              <a:rPr kumimoji="0" lang="en-US" altLang="en-US" b="0" i="0" u="none" strike="noStrike" cap="none" normalizeH="0" baseline="0" dirty="0">
                <a:ln>
                  <a:noFill/>
                </a:ln>
                <a:solidFill>
                  <a:srgbClr val="6AAB73"/>
                </a:solidFill>
                <a:effectLst/>
                <a:latin typeface="JetBrains Mono"/>
              </a:rPr>
            </a:br>
            <a:r>
              <a:rPr kumimoji="0" lang="en-US" altLang="en-US" b="0" i="0" u="none" strike="noStrike" cap="none" normalizeH="0" baseline="0" dirty="0">
                <a:ln>
                  <a:noFill/>
                </a:ln>
                <a:solidFill>
                  <a:srgbClr val="CF8E6D"/>
                </a:solidFill>
                <a:effectLst/>
                <a:latin typeface="JetBrains Mono"/>
              </a:rPr>
              <a:t>var </a:t>
            </a:r>
            <a:r>
              <a:rPr kumimoji="0" lang="en-US" altLang="en-US" b="0" i="0" u="none" strike="noStrike" cap="none" normalizeH="0" baseline="0" dirty="0">
                <a:ln>
                  <a:noFill/>
                </a:ln>
                <a:solidFill>
                  <a:srgbClr val="BCBEC4"/>
                </a:solidFill>
                <a:effectLst/>
                <a:latin typeface="JetBrains Mono"/>
              </a:rPr>
              <a:t>secondWord = </a:t>
            </a:r>
            <a:r>
              <a:rPr kumimoji="0" lang="en-US" altLang="en-US" b="0" i="0" u="none" strike="noStrike" cap="none" normalizeH="0" baseline="0" dirty="0">
                <a:ln>
                  <a:noFill/>
                </a:ln>
                <a:solidFill>
                  <a:srgbClr val="6AAB73"/>
                </a:solidFill>
                <a:effectLst/>
                <a:latin typeface="JetBrains Mono"/>
              </a:rPr>
              <a:t>"Second Word"</a:t>
            </a:r>
            <a:br>
              <a:rPr kumimoji="0" lang="en-US" altLang="en-US" b="0" i="0" u="none" strike="noStrike" cap="none" normalizeH="0" baseline="0" dirty="0">
                <a:ln>
                  <a:noFill/>
                </a:ln>
                <a:solidFill>
                  <a:srgbClr val="6AAB73"/>
                </a:solidFill>
                <a:effectLst/>
                <a:latin typeface="JetBrains Mono"/>
              </a:rPr>
            </a:br>
            <a:br>
              <a:rPr kumimoji="0" lang="en-US" altLang="en-US" b="0" i="0" u="none" strike="noStrike" cap="none" normalizeH="0" baseline="0" dirty="0">
                <a:ln>
                  <a:noFill/>
                </a:ln>
                <a:solidFill>
                  <a:srgbClr val="6AAB73"/>
                </a:solidFill>
                <a:effectLst/>
                <a:latin typeface="JetBrains Mono"/>
              </a:rPr>
            </a:br>
            <a:r>
              <a:rPr kumimoji="0" lang="en-US" altLang="en-US" b="0" i="0" u="none" strike="noStrike" cap="none" normalizeH="0" baseline="0" dirty="0">
                <a:ln>
                  <a:noFill/>
                </a:ln>
                <a:solidFill>
                  <a:srgbClr val="7A7E85"/>
                </a:solidFill>
                <a:effectLst/>
                <a:latin typeface="JetBrains Mono"/>
              </a:rPr>
              <a:t>// Prints the concatenated string value</a:t>
            </a:r>
            <a:br>
              <a:rPr kumimoji="0" lang="en-US" altLang="en-US" b="0" i="0" u="none" strike="noStrike" cap="none" normalizeH="0" baseline="0" dirty="0">
                <a:ln>
                  <a:noFill/>
                </a:ln>
                <a:solidFill>
                  <a:srgbClr val="7A7E85"/>
                </a:solidFill>
                <a:effectLst/>
                <a:latin typeface="JetBrains Mono"/>
              </a:rPr>
            </a:br>
            <a:r>
              <a:rPr kumimoji="0" lang="en-US" altLang="en-US" b="0" i="1" u="none" strike="noStrike" cap="none" normalizeH="0" baseline="0" dirty="0">
                <a:ln>
                  <a:noFill/>
                </a:ln>
                <a:solidFill>
                  <a:srgbClr val="BCBEC4"/>
                </a:solidFill>
                <a:effectLst/>
                <a:latin typeface="JetBrains Mono"/>
              </a:rPr>
              <a:t>println</a:t>
            </a:r>
            <a:r>
              <a:rPr kumimoji="0" lang="en-US" altLang="en-US" b="0" i="0" u="none" strike="noStrike" cap="none" normalizeH="0" baseline="0" dirty="0">
                <a:ln>
                  <a:noFill/>
                </a:ln>
                <a:solidFill>
                  <a:srgbClr val="BCBEC4"/>
                </a:solidFill>
                <a:effectLst/>
                <a:latin typeface="JetBrains Mono"/>
              </a:rPr>
              <a:t>(firstWord + secondWord)</a:t>
            </a:r>
            <a:br>
              <a:rPr kumimoji="0" lang="en-US" altLang="en-US" b="0" i="0" u="none" strike="noStrike" cap="none" normalizeH="0" baseline="0" dirty="0">
                <a:ln>
                  <a:noFill/>
                </a:ln>
                <a:solidFill>
                  <a:srgbClr val="BCBEC4"/>
                </a:solidFill>
                <a:effectLst/>
                <a:latin typeface="JetBrains Mono"/>
              </a:rPr>
            </a:br>
            <a:br>
              <a:rPr kumimoji="0" lang="en-US" altLang="en-US" b="0" i="0" u="none" strike="noStrike" cap="none" normalizeH="0" baseline="0" dirty="0">
                <a:ln>
                  <a:noFill/>
                </a:ln>
                <a:solidFill>
                  <a:srgbClr val="BCBEC4"/>
                </a:solidFill>
                <a:effectLst/>
                <a:latin typeface="JetBrains Mono"/>
              </a:rPr>
            </a:br>
            <a:r>
              <a:rPr kumimoji="0" lang="en-US" altLang="en-US" b="0" i="0" u="none" strike="noStrike" cap="none" normalizeH="0" baseline="0" dirty="0">
                <a:ln>
                  <a:noFill/>
                </a:ln>
                <a:solidFill>
                  <a:srgbClr val="7A7E85"/>
                </a:solidFill>
                <a:effectLst/>
                <a:latin typeface="JetBrains Mono"/>
              </a:rPr>
              <a:t>// Prints a message to request input</a:t>
            </a:r>
            <a:br>
              <a:rPr kumimoji="0" lang="en-US" altLang="en-US" b="0" i="0" u="none" strike="noStrike" cap="none" normalizeH="0" baseline="0" dirty="0">
                <a:ln>
                  <a:noFill/>
                </a:ln>
                <a:solidFill>
                  <a:srgbClr val="7A7E85"/>
                </a:solidFill>
                <a:effectLst/>
                <a:latin typeface="JetBrains Mono"/>
              </a:rPr>
            </a:br>
            <a:r>
              <a:rPr kumimoji="0" lang="en-US" altLang="en-US" b="0" i="1" u="none" strike="noStrike" cap="none" normalizeH="0" baseline="0" dirty="0">
                <a:ln>
                  <a:noFill/>
                </a:ln>
                <a:solidFill>
                  <a:srgbClr val="BCBEC4"/>
                </a:solidFill>
                <a:effectLst/>
                <a:latin typeface="JetBrains Mono"/>
              </a:rPr>
              <a:t>println</a:t>
            </a:r>
            <a:r>
              <a:rPr kumimoji="0" lang="en-US" altLang="en-US" b="0" i="0" u="none" strike="noStrike" cap="none" normalizeH="0" baseline="0" dirty="0">
                <a:ln>
                  <a:noFill/>
                </a:ln>
                <a:solidFill>
                  <a:srgbClr val="BCBEC4"/>
                </a:solidFill>
                <a:effectLst/>
                <a:latin typeface="JetBrains Mono"/>
              </a:rPr>
              <a:t>(</a:t>
            </a:r>
            <a:r>
              <a:rPr kumimoji="0" lang="en-US" altLang="en-US" b="0" i="0" u="none" strike="noStrike" cap="none" normalizeH="0" baseline="0" dirty="0">
                <a:ln>
                  <a:noFill/>
                </a:ln>
                <a:solidFill>
                  <a:srgbClr val="6AAB73"/>
                </a:solidFill>
                <a:effectLst/>
                <a:latin typeface="JetBrains Mono"/>
              </a:rPr>
              <a:t>"Enter any word: "</a:t>
            </a:r>
            <a:r>
              <a:rPr kumimoji="0" lang="en-US" altLang="en-US" b="0" i="0" u="none" strike="noStrike" cap="none" normalizeH="0" baseline="0" dirty="0">
                <a:ln>
                  <a:noFill/>
                </a:ln>
                <a:solidFill>
                  <a:srgbClr val="BCBEC4"/>
                </a:solidFill>
                <a:effectLst/>
                <a:latin typeface="JetBrains Mono"/>
              </a:rPr>
              <a:t>)</a:t>
            </a:r>
            <a:br>
              <a:rPr kumimoji="0" lang="en-US" altLang="en-US" b="0" i="0" u="none" strike="noStrike" cap="none" normalizeH="0" baseline="0" dirty="0">
                <a:ln>
                  <a:noFill/>
                </a:ln>
                <a:solidFill>
                  <a:srgbClr val="BCBEC4"/>
                </a:solidFill>
                <a:effectLst/>
                <a:latin typeface="JetBrains Mono"/>
              </a:rPr>
            </a:br>
            <a:br>
              <a:rPr kumimoji="0" lang="en-US" altLang="en-US" b="0" i="0" u="none" strike="noStrike" cap="none" normalizeH="0" baseline="0" dirty="0">
                <a:ln>
                  <a:noFill/>
                </a:ln>
                <a:solidFill>
                  <a:srgbClr val="BCBEC4"/>
                </a:solidFill>
                <a:effectLst/>
                <a:latin typeface="JetBrains Mono"/>
              </a:rPr>
            </a:br>
            <a:r>
              <a:rPr kumimoji="0" lang="en-US" altLang="en-US" b="0" i="0" u="none" strike="noStrike" cap="none" normalizeH="0" baseline="0" dirty="0">
                <a:ln>
                  <a:noFill/>
                </a:ln>
                <a:solidFill>
                  <a:srgbClr val="7A7E85"/>
                </a:solidFill>
                <a:effectLst/>
                <a:latin typeface="JetBrains Mono"/>
              </a:rPr>
              <a:t>// Reads and stores the user input. For example: Happiness</a:t>
            </a:r>
            <a:br>
              <a:rPr kumimoji="0" lang="en-US" altLang="en-US" b="0" i="0" u="none" strike="noStrike" cap="none" normalizeH="0" baseline="0" dirty="0">
                <a:ln>
                  <a:noFill/>
                </a:ln>
                <a:solidFill>
                  <a:srgbClr val="7A7E85"/>
                </a:solidFill>
                <a:effectLst/>
                <a:latin typeface="JetBrains Mono"/>
              </a:rPr>
            </a:br>
            <a:r>
              <a:rPr kumimoji="0" lang="en-US" altLang="en-US" b="0" i="0" u="none" strike="noStrike" cap="none" normalizeH="0" baseline="0" dirty="0">
                <a:ln>
                  <a:noFill/>
                </a:ln>
                <a:solidFill>
                  <a:srgbClr val="BCBEC4"/>
                </a:solidFill>
                <a:effectLst/>
                <a:latin typeface="JetBrains Mono"/>
              </a:rPr>
              <a:t>secondWord = </a:t>
            </a:r>
            <a:r>
              <a:rPr kumimoji="0" lang="en-US" altLang="en-US" b="0" i="1" u="none" strike="noStrike" cap="none" normalizeH="0" baseline="0" dirty="0">
                <a:ln>
                  <a:noFill/>
                </a:ln>
                <a:solidFill>
                  <a:srgbClr val="BCBEC4"/>
                </a:solidFill>
                <a:effectLst/>
                <a:latin typeface="JetBrains Mono"/>
              </a:rPr>
              <a:t>readln</a:t>
            </a:r>
            <a:r>
              <a:rPr kumimoji="0" lang="en-US" altLang="en-US" b="0" i="0" u="none" strike="noStrike" cap="none" normalizeH="0" baseline="0" dirty="0">
                <a:ln>
                  <a:noFill/>
                </a:ln>
                <a:solidFill>
                  <a:srgbClr val="BCBEC4"/>
                </a:solidFill>
                <a:effectLst/>
                <a:latin typeface="JetBrains Mono"/>
              </a:rPr>
              <a:t>()</a:t>
            </a:r>
            <a:br>
              <a:rPr kumimoji="0" lang="en-US" altLang="en-US" b="0" i="0" u="none" strike="noStrike" cap="none" normalizeH="0" baseline="0" dirty="0">
                <a:ln>
                  <a:noFill/>
                </a:ln>
                <a:solidFill>
                  <a:srgbClr val="BCBEC4"/>
                </a:solidFill>
                <a:effectLst/>
                <a:latin typeface="JetBrains Mono"/>
              </a:rPr>
            </a:br>
            <a:br>
              <a:rPr kumimoji="0" lang="en-US" altLang="en-US" b="0" i="0" u="none" strike="noStrike" cap="none" normalizeH="0" baseline="0" dirty="0">
                <a:ln>
                  <a:noFill/>
                </a:ln>
                <a:solidFill>
                  <a:srgbClr val="BCBEC4"/>
                </a:solidFill>
                <a:effectLst/>
                <a:latin typeface="JetBrains Mono"/>
              </a:rPr>
            </a:br>
            <a:r>
              <a:rPr kumimoji="0" lang="en-US" altLang="en-US" b="0" i="0" u="none" strike="noStrike" cap="none" normalizeH="0" baseline="0" dirty="0">
                <a:ln>
                  <a:noFill/>
                </a:ln>
                <a:solidFill>
                  <a:srgbClr val="7A7E85"/>
                </a:solidFill>
                <a:effectLst/>
                <a:latin typeface="JetBrains Mono"/>
              </a:rPr>
              <a:t>// Prints a message with the input</a:t>
            </a:r>
            <a:br>
              <a:rPr kumimoji="0" lang="en-US" altLang="en-US" b="0" i="0" u="none" strike="noStrike" cap="none" normalizeH="0" baseline="0" dirty="0">
                <a:ln>
                  <a:noFill/>
                </a:ln>
                <a:solidFill>
                  <a:srgbClr val="7A7E85"/>
                </a:solidFill>
                <a:effectLst/>
                <a:latin typeface="JetBrains Mono"/>
              </a:rPr>
            </a:br>
            <a:r>
              <a:rPr kumimoji="0" lang="en-US" altLang="en-US" b="0" i="1" u="none" strike="noStrike" cap="none" normalizeH="0" baseline="0" dirty="0">
                <a:ln>
                  <a:noFill/>
                </a:ln>
                <a:solidFill>
                  <a:srgbClr val="BCBEC4"/>
                </a:solidFill>
                <a:effectLst/>
                <a:latin typeface="JetBrains Mono"/>
              </a:rPr>
              <a:t>println</a:t>
            </a:r>
            <a:r>
              <a:rPr kumimoji="0" lang="en-US" altLang="en-US" b="0" i="0" u="none" strike="noStrike" cap="none" normalizeH="0" baseline="0" dirty="0">
                <a:ln>
                  <a:noFill/>
                </a:ln>
                <a:solidFill>
                  <a:srgbClr val="BCBEC4"/>
                </a:solidFill>
                <a:effectLst/>
                <a:latin typeface="JetBrains Mono"/>
              </a:rPr>
              <a:t>(firstWord + secondWord)</a:t>
            </a:r>
            <a:endParaRPr kumimoji="0" lang="en-US" altLang="en-US" b="0" i="0" u="none" strike="noStrike" cap="none" normalizeH="0" baseline="0" dirty="0">
              <a:ln>
                <a:noFill/>
              </a:ln>
              <a:solidFill>
                <a:schemeClr val="tx1"/>
              </a:solidFill>
              <a:effectLst/>
              <a:latin typeface="JetBrains Mono"/>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12" name="TextBox 11">
            <a:extLst>
              <a:ext uri="{FF2B5EF4-FFF2-40B4-BE49-F238E27FC236}">
                <a16:creationId xmlns:a16="http://schemas.microsoft.com/office/drawing/2014/main" id="{32ED1BAB-2D52-CFF0-A02E-ECB0DD6F7A82}"/>
              </a:ext>
            </a:extLst>
          </p:cNvPr>
          <p:cNvSpPr txBox="1"/>
          <p:nvPr/>
        </p:nvSpPr>
        <p:spPr>
          <a:xfrm>
            <a:off x="7976937" y="1230234"/>
            <a:ext cx="3982451" cy="3539430"/>
          </a:xfrm>
          <a:prstGeom prst="rect">
            <a:avLst/>
          </a:prstGeom>
          <a:noFill/>
        </p:spPr>
        <p:txBody>
          <a:bodyPr wrap="square" rtlCol="0">
            <a:spAutoFit/>
          </a:bodyPr>
          <a:lstStyle/>
          <a:p>
            <a:r>
              <a:rPr lang="en-US" sz="1600" dirty="0"/>
              <a:t>This is a simple example of using </a:t>
            </a:r>
            <a:r>
              <a:rPr lang="en-US" sz="1600" u="sng" dirty="0"/>
              <a:t>var</a:t>
            </a:r>
            <a:r>
              <a:rPr lang="en-US" sz="1600" dirty="0"/>
              <a:t> and </a:t>
            </a:r>
            <a:r>
              <a:rPr lang="en-US" sz="1600" u="sng" dirty="0"/>
              <a:t>val</a:t>
            </a:r>
            <a:r>
              <a:rPr lang="en-US" sz="1600" dirty="0"/>
              <a:t> to store basic data values.</a:t>
            </a:r>
            <a:br>
              <a:rPr lang="en-US" sz="1600" dirty="0"/>
            </a:br>
            <a:br>
              <a:rPr lang="en-US" sz="1600" dirty="0"/>
            </a:br>
            <a:r>
              <a:rPr lang="en-US" sz="1600" dirty="0"/>
              <a:t>The basic data value type in this case is ‘String’.</a:t>
            </a:r>
            <a:br>
              <a:rPr lang="en-US" sz="1600" dirty="0"/>
            </a:br>
            <a:br>
              <a:rPr lang="en-US" sz="1600" dirty="0"/>
            </a:br>
            <a:r>
              <a:rPr lang="en-US" sz="1600" dirty="0"/>
              <a:t>It is important to note the fact the Kotlin is a statically typed language. Which means </a:t>
            </a:r>
            <a:r>
              <a:rPr lang="en-AU" sz="1600" dirty="0"/>
              <a:t>Once a variable is assigned a data type it remains unchanged throughout the program's execution.</a:t>
            </a:r>
            <a:br>
              <a:rPr lang="en-AU" sz="1600" dirty="0"/>
            </a:br>
            <a:br>
              <a:rPr lang="en-AU" sz="1600" dirty="0"/>
            </a:br>
            <a:r>
              <a:rPr lang="en-AU" sz="1600" dirty="0"/>
              <a:t>This promotes type safety in a programming language.</a:t>
            </a:r>
          </a:p>
        </p:txBody>
      </p:sp>
    </p:spTree>
    <p:extLst>
      <p:ext uri="{BB962C8B-B14F-4D97-AF65-F5344CB8AC3E}">
        <p14:creationId xmlns:p14="http://schemas.microsoft.com/office/powerpoint/2010/main" val="1481608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443198"/>
          </a:xfrm>
        </p:spPr>
        <p:txBody>
          <a:bodyPr/>
          <a:lstStyle/>
          <a:p>
            <a:r>
              <a:rPr lang="en-US" dirty="0"/>
              <a:t>Exercise 3 : Correct the errors in the following code.</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4614110"/>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F8E6D"/>
                </a:solidFill>
                <a:effectLst/>
                <a:latin typeface="JetBrains Mono"/>
              </a:rPr>
              <a:t>fun </a:t>
            </a:r>
            <a:r>
              <a:rPr kumimoji="0" lang="en-US" altLang="en-US" sz="1800" b="0" i="0" u="none" strike="noStrike" cap="none" normalizeH="0" baseline="0" dirty="0">
                <a:ln>
                  <a:noFill/>
                </a:ln>
                <a:solidFill>
                  <a:srgbClr val="56A8F5"/>
                </a:solidFill>
                <a:effectLst/>
                <a:latin typeface="JetBrains Mono"/>
              </a:rPr>
              <a:t>main</a:t>
            </a:r>
            <a:r>
              <a:rPr kumimoji="0" lang="en-US" altLang="en-US" sz="1800" b="0" i="0" u="none" strike="noStrike" cap="none" normalizeH="0" baseline="0" dirty="0">
                <a:ln>
                  <a:noFill/>
                </a:ln>
                <a:solidFill>
                  <a:srgbClr val="BCBEC4"/>
                </a:solidFill>
                <a:effectLst/>
                <a:latin typeface="JetBrains Mono"/>
              </a:rPr>
              <a:t>() {</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    </a:t>
            </a:r>
            <a:r>
              <a:rPr kumimoji="0" lang="en-US" altLang="en-US" sz="1800" b="0" i="0" u="none" strike="noStrike" cap="none" normalizeH="0" baseline="0" dirty="0">
                <a:ln>
                  <a:noFill/>
                </a:ln>
                <a:solidFill>
                  <a:srgbClr val="CF8E6D"/>
                </a:solidFill>
                <a:effectLst/>
                <a:latin typeface="JetBrains Mono"/>
              </a:rPr>
              <a:t>val </a:t>
            </a:r>
            <a:r>
              <a:rPr kumimoji="0" lang="en-US" altLang="en-US" sz="1800" b="0" i="0" u="none" strike="noStrike" cap="none" normalizeH="0" baseline="0" dirty="0">
                <a:ln>
                  <a:noFill/>
                </a:ln>
                <a:solidFill>
                  <a:srgbClr val="BCBEC4"/>
                </a:solidFill>
                <a:effectLst/>
                <a:latin typeface="JetBrains Mono"/>
              </a:rPr>
              <a:t>firstWord = </a:t>
            </a:r>
            <a:r>
              <a:rPr kumimoji="0" lang="en-US" altLang="en-US" sz="1800" b="0" i="0" u="none" strike="noStrike" cap="none" normalizeH="0" baseline="0" dirty="0">
                <a:ln>
                  <a:noFill/>
                </a:ln>
                <a:solidFill>
                  <a:srgbClr val="6AAB73"/>
                </a:solidFill>
                <a:effectLst/>
                <a:latin typeface="JetBrains Mono"/>
              </a:rPr>
              <a:t>"Hello "</a:t>
            </a:r>
            <a:br>
              <a:rPr kumimoji="0" lang="en-US" altLang="en-US" sz="1800" b="0" i="0" u="none" strike="noStrike" cap="none" normalizeH="0" baseline="0" dirty="0">
                <a:ln>
                  <a:noFill/>
                </a:ln>
                <a:solidFill>
                  <a:srgbClr val="6AAB73"/>
                </a:solidFill>
                <a:effectLst/>
                <a:latin typeface="JetBrains Mono"/>
              </a:rPr>
            </a:br>
            <a:r>
              <a:rPr kumimoji="0" lang="en-US" altLang="en-US" sz="1800" b="0" i="0" u="none" strike="noStrike" cap="none" normalizeH="0" baseline="0" dirty="0">
                <a:ln>
                  <a:noFill/>
                </a:ln>
                <a:solidFill>
                  <a:srgbClr val="6AAB73"/>
                </a:solidFill>
                <a:effectLst/>
                <a:latin typeface="JetBrains Mono"/>
              </a:rPr>
              <a:t>    </a:t>
            </a:r>
            <a:r>
              <a:rPr kumimoji="0" lang="en-US" altLang="en-US" sz="1800" b="0" i="0" u="none" strike="noStrike" cap="none" normalizeH="0" baseline="0" dirty="0">
                <a:ln>
                  <a:noFill/>
                </a:ln>
                <a:solidFill>
                  <a:srgbClr val="CF8E6D"/>
                </a:solidFill>
                <a:effectLst/>
                <a:latin typeface="JetBrains Mono"/>
              </a:rPr>
              <a:t>var </a:t>
            </a:r>
            <a:r>
              <a:rPr kumimoji="0" lang="en-US" altLang="en-US" sz="1800" b="0" i="0" u="none" strike="noStrike" cap="none" normalizeH="0" baseline="0" dirty="0">
                <a:ln>
                  <a:noFill/>
                </a:ln>
                <a:solidFill>
                  <a:srgbClr val="BCBEC4"/>
                </a:solidFill>
                <a:effectLst/>
                <a:latin typeface="JetBrains Mono"/>
              </a:rPr>
              <a:t>secondWord = </a:t>
            </a:r>
            <a:r>
              <a:rPr kumimoji="0" lang="en-US" altLang="en-US" sz="1800" b="0" i="0" u="none" strike="noStrike" cap="none" normalizeH="0" baseline="0" dirty="0">
                <a:ln>
                  <a:noFill/>
                </a:ln>
                <a:solidFill>
                  <a:srgbClr val="6AAB73"/>
                </a:solidFill>
                <a:effectLst/>
                <a:latin typeface="JetBrains Mono"/>
              </a:rPr>
              <a:t>"Second Word"</a:t>
            </a:r>
            <a:br>
              <a:rPr kumimoji="0" lang="en-US" altLang="en-US" sz="1800" b="0" i="0" u="none" strike="noStrike" cap="none" normalizeH="0" baseline="0" dirty="0">
                <a:ln>
                  <a:noFill/>
                </a:ln>
                <a:solidFill>
                  <a:srgbClr val="6AAB73"/>
                </a:solidFill>
                <a:effectLst/>
                <a:latin typeface="JetBrains Mono"/>
              </a:rPr>
            </a:br>
            <a:r>
              <a:rPr kumimoji="0" lang="en-US" altLang="en-US" sz="1800" b="0" i="0" u="none" strike="noStrike" cap="none" normalizeH="0" baseline="0" dirty="0">
                <a:ln>
                  <a:noFill/>
                </a:ln>
                <a:solidFill>
                  <a:srgbClr val="6AAB73"/>
                </a:solidFill>
                <a:effectLst/>
                <a:latin typeface="JetBrains Mono"/>
              </a:rPr>
              <a:t>    </a:t>
            </a:r>
            <a:r>
              <a:rPr kumimoji="0" lang="en-US" altLang="en-US" sz="1800" b="0" i="1" u="none" strike="noStrike" cap="none" normalizeH="0" baseline="0" dirty="0">
                <a:ln>
                  <a:noFill/>
                </a:ln>
                <a:solidFill>
                  <a:srgbClr val="BCBEC4"/>
                </a:solidFill>
                <a:effectLst/>
                <a:latin typeface="JetBrains Mono"/>
              </a:rPr>
              <a:t>println</a:t>
            </a:r>
            <a:r>
              <a:rPr kumimoji="0" lang="en-US" altLang="en-US" sz="1800" b="0" i="0" u="none" strike="noStrike" cap="none" normalizeH="0" baseline="0" dirty="0">
                <a:ln>
                  <a:noFill/>
                </a:ln>
                <a:solidFill>
                  <a:srgbClr val="BCBEC4"/>
                </a:solidFill>
                <a:effectLst/>
                <a:latin typeface="JetBrains Mono"/>
              </a:rPr>
              <a:t>(firstWord + secondWord)</a:t>
            </a:r>
            <a:br>
              <a:rPr kumimoji="0" lang="en-US" altLang="en-US" sz="1800" b="0" i="0" u="none" strike="noStrike" cap="none" normalizeH="0" baseline="0" dirty="0">
                <a:ln>
                  <a:noFill/>
                </a:ln>
                <a:solidFill>
                  <a:srgbClr val="BCBEC4"/>
                </a:solidFill>
                <a:effectLst/>
                <a:latin typeface="JetBrains Mono"/>
              </a:rPr>
            </a:b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    firstWord = </a:t>
            </a:r>
            <a:r>
              <a:rPr kumimoji="0" lang="en-US" altLang="en-US" sz="1800" b="0" i="0" u="none" strike="noStrike" cap="none" normalizeH="0" baseline="0" dirty="0">
                <a:ln>
                  <a:noFill/>
                </a:ln>
                <a:solidFill>
                  <a:srgbClr val="6AAB73"/>
                </a:solidFill>
                <a:effectLst/>
                <a:latin typeface="JetBrains Mono"/>
              </a:rPr>
              <a:t>"Lorem ipsum "</a:t>
            </a:r>
            <a:br>
              <a:rPr kumimoji="0" lang="en-US" altLang="en-US" sz="1800" b="0" i="0" u="none" strike="noStrike" cap="none" normalizeH="0" baseline="0" dirty="0">
                <a:ln>
                  <a:noFill/>
                </a:ln>
                <a:solidFill>
                  <a:srgbClr val="6AAB73"/>
                </a:solidFill>
                <a:effectLst/>
                <a:latin typeface="JetBrains Mono"/>
              </a:rPr>
            </a:br>
            <a:r>
              <a:rPr kumimoji="0" lang="en-US" altLang="en-US" sz="1800" b="0" i="0" u="none" strike="noStrike" cap="none" normalizeH="0" baseline="0" dirty="0">
                <a:ln>
                  <a:noFill/>
                </a:ln>
                <a:solidFill>
                  <a:srgbClr val="6AAB73"/>
                </a:solidFill>
                <a:effectLst/>
                <a:latin typeface="JetBrains Mono"/>
              </a:rPr>
              <a:t>    </a:t>
            </a:r>
            <a:r>
              <a:rPr kumimoji="0" lang="en-US" altLang="en-US" sz="1800" b="0" i="0" u="none" strike="noStrike" cap="none" normalizeH="0" baseline="0" dirty="0">
                <a:ln>
                  <a:noFill/>
                </a:ln>
                <a:solidFill>
                  <a:srgbClr val="BCBEC4"/>
                </a:solidFill>
                <a:effectLst/>
                <a:latin typeface="JetBrains Mono"/>
              </a:rPr>
              <a:t>secondWord = </a:t>
            </a:r>
            <a:r>
              <a:rPr kumimoji="0" lang="en-US" altLang="en-US" sz="1800" b="0" i="0" u="none" strike="noStrike" cap="none" normalizeH="0" baseline="0" dirty="0">
                <a:ln>
                  <a:noFill/>
                </a:ln>
                <a:solidFill>
                  <a:srgbClr val="6AAB73"/>
                </a:solidFill>
                <a:effectLst/>
                <a:latin typeface="JetBrains Mono"/>
              </a:rPr>
              <a:t>"Spring-boot"</a:t>
            </a:r>
            <a:br>
              <a:rPr kumimoji="0" lang="en-US" altLang="en-US" sz="1800" b="0" i="0" u="none" strike="noStrike" cap="none" normalizeH="0" baseline="0" dirty="0">
                <a:ln>
                  <a:noFill/>
                </a:ln>
                <a:solidFill>
                  <a:srgbClr val="6AAB73"/>
                </a:solidFill>
                <a:effectLst/>
                <a:latin typeface="JetBrains Mono"/>
              </a:rPr>
            </a:br>
            <a:r>
              <a:rPr kumimoji="0" lang="en-US" altLang="en-US" sz="1800" b="0" i="0" u="none" strike="noStrike" cap="none" normalizeH="0" baseline="0" dirty="0">
                <a:ln>
                  <a:noFill/>
                </a:ln>
                <a:solidFill>
                  <a:srgbClr val="6AAB73"/>
                </a:solidFill>
                <a:effectLst/>
                <a:latin typeface="JetBrains Mono"/>
              </a:rPr>
              <a:t>    </a:t>
            </a:r>
            <a:r>
              <a:rPr kumimoji="0" lang="en-US" altLang="en-US" sz="1800" b="0" i="0" u="none" strike="noStrike" cap="none" normalizeH="0" baseline="0" dirty="0">
                <a:ln>
                  <a:noFill/>
                </a:ln>
                <a:solidFill>
                  <a:srgbClr val="BCBEC4"/>
                </a:solidFill>
                <a:effectLst/>
                <a:latin typeface="JetBrains Mono"/>
              </a:rPr>
              <a:t>secondWord = </a:t>
            </a:r>
            <a:r>
              <a:rPr kumimoji="0" lang="en-US" altLang="en-US" sz="1800" b="0" i="0" u="none" strike="noStrike" cap="none" normalizeH="0" baseline="0" dirty="0">
                <a:ln>
                  <a:noFill/>
                </a:ln>
                <a:solidFill>
                  <a:srgbClr val="2AACB8"/>
                </a:solidFill>
                <a:effectLst/>
                <a:latin typeface="JetBrains Mono"/>
              </a:rPr>
              <a:t>3213</a:t>
            </a:r>
            <a:br>
              <a:rPr kumimoji="0" lang="en-US" altLang="en-US" sz="1800" b="0" i="0" u="none" strike="noStrike" cap="none" normalizeH="0" baseline="0" dirty="0">
                <a:ln>
                  <a:noFill/>
                </a:ln>
                <a:solidFill>
                  <a:srgbClr val="2AACB8"/>
                </a:solidFill>
                <a:effectLst/>
                <a:latin typeface="JetBrains Mono"/>
              </a:rPr>
            </a:br>
            <a:br>
              <a:rPr kumimoji="0" lang="en-US" altLang="en-US" sz="1800" b="0" i="0" u="none" strike="noStrike" cap="none" normalizeH="0" baseline="0" dirty="0">
                <a:ln>
                  <a:noFill/>
                </a:ln>
                <a:solidFill>
                  <a:srgbClr val="2AACB8"/>
                </a:solidFill>
                <a:effectLst/>
                <a:latin typeface="JetBrains Mono"/>
              </a:rPr>
            </a:br>
            <a:r>
              <a:rPr kumimoji="0" lang="en-US" altLang="en-US" sz="1800" b="0" i="0" u="none" strike="noStrike" cap="none" normalizeH="0" baseline="0" dirty="0">
                <a:ln>
                  <a:noFill/>
                </a:ln>
                <a:solidFill>
                  <a:srgbClr val="2AACB8"/>
                </a:solidFill>
                <a:effectLst/>
                <a:latin typeface="JetBrains Mono"/>
              </a:rPr>
              <a:t>    </a:t>
            </a:r>
            <a:r>
              <a:rPr kumimoji="0" lang="en-US" altLang="en-US" sz="1800" b="0" i="1" u="none" strike="noStrike" cap="none" normalizeH="0" baseline="0" dirty="0">
                <a:ln>
                  <a:noFill/>
                </a:ln>
                <a:solidFill>
                  <a:srgbClr val="BCBEC4"/>
                </a:solidFill>
                <a:effectLst/>
                <a:latin typeface="JetBrains Mono"/>
              </a:rPr>
              <a:t>println</a:t>
            </a:r>
            <a:r>
              <a:rPr kumimoji="0" lang="en-US" altLang="en-US" sz="1800" b="0" i="0" u="none" strike="noStrike" cap="none" normalizeH="0" baseline="0" dirty="0">
                <a:ln>
                  <a:noFill/>
                </a:ln>
                <a:solidFill>
                  <a:srgbClr val="BCBEC4"/>
                </a:solidFill>
                <a:effectLst/>
                <a:latin typeface="JetBrains Mono"/>
              </a:rPr>
              <a:t>(firstWord + secondWord)</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4" name="TextBox 3">
            <a:extLst>
              <a:ext uri="{FF2B5EF4-FFF2-40B4-BE49-F238E27FC236}">
                <a16:creationId xmlns:a16="http://schemas.microsoft.com/office/drawing/2014/main" id="{6DC9AD74-3953-101C-FA45-C2B254E576AD}"/>
              </a:ext>
            </a:extLst>
          </p:cNvPr>
          <p:cNvSpPr txBox="1"/>
          <p:nvPr/>
        </p:nvSpPr>
        <p:spPr>
          <a:xfrm>
            <a:off x="7884020" y="1221206"/>
            <a:ext cx="4075368" cy="276999"/>
          </a:xfrm>
          <a:prstGeom prst="rect">
            <a:avLst/>
          </a:prstGeom>
          <a:noFill/>
        </p:spPr>
        <p:txBody>
          <a:bodyPr wrap="square" rtlCol="0">
            <a:spAutoFit/>
          </a:bodyPr>
          <a:lstStyle/>
          <a:p>
            <a:r>
              <a:rPr lang="en-US" sz="1200" b="1" dirty="0">
                <a:solidFill>
                  <a:srgbClr val="0070C0"/>
                </a:solidFill>
              </a:rPr>
              <a:t>Discuss your findings with the Lecturer.</a:t>
            </a:r>
            <a:endParaRPr lang="en-US" sz="1200" i="1" dirty="0">
              <a:solidFill>
                <a:srgbClr val="0070C0"/>
              </a:solidFill>
            </a:endParaRPr>
          </a:p>
        </p:txBody>
      </p:sp>
    </p:spTree>
    <p:extLst>
      <p:ext uri="{BB962C8B-B14F-4D97-AF65-F5344CB8AC3E}">
        <p14:creationId xmlns:p14="http://schemas.microsoft.com/office/powerpoint/2010/main" val="360660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443198"/>
          </a:xfrm>
        </p:spPr>
        <p:txBody>
          <a:bodyPr/>
          <a:lstStyle/>
          <a:p>
            <a:r>
              <a:rPr lang="en-US" dirty="0"/>
              <a:t>Exercise 4 : Create a class and Implement a Function</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812131"/>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F8E6D"/>
                </a:solidFill>
                <a:effectLst/>
                <a:latin typeface="JetBrains Mono"/>
              </a:rPr>
              <a:t>class </a:t>
            </a:r>
            <a:r>
              <a:rPr kumimoji="0" lang="en-US" altLang="en-US" sz="1800" b="0" i="0" u="none" strike="noStrike" cap="none" normalizeH="0" baseline="0" dirty="0">
                <a:ln>
                  <a:noFill/>
                </a:ln>
                <a:solidFill>
                  <a:srgbClr val="BCBEC4"/>
                </a:solidFill>
                <a:effectLst/>
                <a:latin typeface="JetBrains Mono"/>
              </a:rPr>
              <a:t>PersonalFinanceCalculator </a:t>
            </a:r>
            <a:r>
              <a:rPr kumimoji="0" lang="en-US" altLang="en-US" sz="1800" b="0" i="0" u="none" strike="noStrike" cap="none" normalizeH="0" baseline="0" dirty="0">
                <a:ln>
                  <a:noFill/>
                </a:ln>
                <a:solidFill>
                  <a:srgbClr val="6F737A"/>
                </a:solidFill>
                <a:effectLst/>
                <a:latin typeface="JetBrains Mono"/>
              </a:rPr>
              <a:t>{</a:t>
            </a:r>
            <a:br>
              <a:rPr kumimoji="0" lang="en-US" altLang="en-US" sz="1800" b="0" i="0" u="none" strike="noStrike" cap="none" normalizeH="0" baseline="0" dirty="0">
                <a:ln>
                  <a:noFill/>
                </a:ln>
                <a:solidFill>
                  <a:srgbClr val="6F737A"/>
                </a:solidFill>
                <a:effectLst/>
                <a:latin typeface="JetBrains Mono"/>
              </a:rPr>
            </a:br>
            <a:r>
              <a:rPr kumimoji="0" lang="en-US" altLang="en-US" sz="1800" b="0" i="0" u="none" strike="noStrike" cap="none" normalizeH="0" baseline="0" dirty="0">
                <a:ln>
                  <a:noFill/>
                </a:ln>
                <a:solidFill>
                  <a:srgbClr val="6F737A"/>
                </a:solidFill>
                <a:effectLst/>
                <a:latin typeface="JetBrains Mono"/>
              </a:rPr>
              <a:t>}</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12" name="TextBox 11">
            <a:extLst>
              <a:ext uri="{FF2B5EF4-FFF2-40B4-BE49-F238E27FC236}">
                <a16:creationId xmlns:a16="http://schemas.microsoft.com/office/drawing/2014/main" id="{32ED1BAB-2D52-CFF0-A02E-ECB0DD6F7A82}"/>
              </a:ext>
            </a:extLst>
          </p:cNvPr>
          <p:cNvSpPr txBox="1"/>
          <p:nvPr/>
        </p:nvSpPr>
        <p:spPr>
          <a:xfrm>
            <a:off x="7976937" y="1230234"/>
            <a:ext cx="3982451" cy="3046988"/>
          </a:xfrm>
          <a:prstGeom prst="rect">
            <a:avLst/>
          </a:prstGeom>
          <a:noFill/>
        </p:spPr>
        <p:txBody>
          <a:bodyPr wrap="square" rtlCol="0">
            <a:spAutoFit/>
          </a:bodyPr>
          <a:lstStyle/>
          <a:p>
            <a:r>
              <a:rPr lang="en-US" sz="1600" dirty="0"/>
              <a:t>To define a class, use the </a:t>
            </a:r>
            <a:r>
              <a:rPr lang="en-US" sz="1600" u="sng" dirty="0"/>
              <a:t>class</a:t>
            </a:r>
            <a:r>
              <a:rPr lang="en-US" sz="1600" dirty="0"/>
              <a:t> keyword.</a:t>
            </a:r>
          </a:p>
          <a:p>
            <a:endParaRPr lang="en-US" sz="1600" dirty="0"/>
          </a:p>
          <a:p>
            <a:r>
              <a:rPr lang="en-US" sz="1600" dirty="0"/>
              <a:t>Functions declared inside a class are referred to as methods of that class.</a:t>
            </a:r>
          </a:p>
          <a:p>
            <a:endParaRPr lang="en-US" sz="1600" dirty="0"/>
          </a:p>
          <a:p>
            <a:r>
              <a:rPr lang="en-US" sz="1600" dirty="0"/>
              <a:t>An instance of a class can be created anywhere as long as the class is not private or protected.</a:t>
            </a:r>
            <a:br>
              <a:rPr lang="en-US" sz="1600" dirty="0"/>
            </a:br>
            <a:br>
              <a:rPr lang="en-US" sz="1600" dirty="0"/>
            </a:br>
            <a:r>
              <a:rPr lang="en-US" sz="1600" dirty="0"/>
              <a:t>The methods of a class can also be called from anywhere as long as the method is not private or protected.</a:t>
            </a:r>
            <a:endParaRPr lang="en-AU" sz="1600" dirty="0"/>
          </a:p>
        </p:txBody>
      </p:sp>
      <p:sp>
        <p:nvSpPr>
          <p:cNvPr id="6" name="Rectangle: Rounded Corners 5">
            <a:extLst>
              <a:ext uri="{FF2B5EF4-FFF2-40B4-BE49-F238E27FC236}">
                <a16:creationId xmlns:a16="http://schemas.microsoft.com/office/drawing/2014/main" id="{EDF06D53-A148-769A-2D5A-10DC67A5982D}"/>
              </a:ext>
            </a:extLst>
          </p:cNvPr>
          <p:cNvSpPr/>
          <p:nvPr/>
        </p:nvSpPr>
        <p:spPr>
          <a:xfrm>
            <a:off x="399738" y="2281990"/>
            <a:ext cx="7405437" cy="2007268"/>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F8E6D"/>
                </a:solidFill>
                <a:effectLst/>
                <a:latin typeface="JetBrains Mono"/>
              </a:rPr>
              <a:t>class </a:t>
            </a:r>
            <a:r>
              <a:rPr kumimoji="0" lang="en-US" altLang="en-US" sz="1800" b="0" i="0" u="none" strike="noStrike" cap="none" normalizeH="0" baseline="0" dirty="0">
                <a:ln>
                  <a:noFill/>
                </a:ln>
                <a:solidFill>
                  <a:srgbClr val="BCBEC4"/>
                </a:solidFill>
                <a:effectLst/>
                <a:latin typeface="JetBrains Mono"/>
              </a:rPr>
              <a:t>PersonalFinanceCalculator {</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    </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    </a:t>
            </a:r>
            <a:r>
              <a:rPr kumimoji="0" lang="en-US" altLang="en-US" sz="1800" b="0" i="0" u="none" strike="noStrike" cap="none" normalizeH="0" baseline="0" dirty="0">
                <a:ln>
                  <a:noFill/>
                </a:ln>
                <a:solidFill>
                  <a:srgbClr val="CF8E6D"/>
                </a:solidFill>
                <a:effectLst/>
                <a:latin typeface="JetBrains Mono"/>
              </a:rPr>
              <a:t>fun </a:t>
            </a:r>
            <a:r>
              <a:rPr kumimoji="0" lang="en-US" altLang="en-US" sz="1800" b="0" i="0" u="none" strike="noStrike" cap="none" normalizeH="0" baseline="0" dirty="0">
                <a:ln>
                  <a:noFill/>
                </a:ln>
                <a:solidFill>
                  <a:srgbClr val="56A8F5"/>
                </a:solidFill>
                <a:effectLst/>
                <a:latin typeface="JetBrains Mono"/>
              </a:rPr>
              <a:t>printGreeting</a:t>
            </a:r>
            <a:r>
              <a:rPr kumimoji="0" lang="en-US" altLang="en-US" sz="1800" b="0" i="0" u="none" strike="noStrike" cap="none" normalizeH="0" baseline="0" dirty="0">
                <a:ln>
                  <a:noFill/>
                </a:ln>
                <a:solidFill>
                  <a:srgbClr val="BCBEC4"/>
                </a:solidFill>
                <a:effectLst/>
                <a:latin typeface="JetBrains Mono"/>
              </a:rPr>
              <a:t>() {</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        </a:t>
            </a:r>
            <a:r>
              <a:rPr kumimoji="0" lang="en-US" altLang="en-US" sz="1800" b="0" i="1" u="none" strike="noStrike" cap="none" normalizeH="0" baseline="0" dirty="0">
                <a:ln>
                  <a:noFill/>
                </a:ln>
                <a:solidFill>
                  <a:srgbClr val="BCBEC4"/>
                </a:solidFill>
                <a:effectLst/>
                <a:latin typeface="JetBrains Mono"/>
              </a:rPr>
              <a:t>println</a:t>
            </a:r>
            <a:r>
              <a:rPr kumimoji="0" lang="en-US" altLang="en-US" sz="1800" b="0" i="0" u="none" strike="noStrike" cap="none" normalizeH="0" baseline="0" dirty="0">
                <a:ln>
                  <a:noFill/>
                </a:ln>
                <a:solidFill>
                  <a:srgbClr val="BCBEC4"/>
                </a:solidFill>
                <a:effectLst/>
                <a:latin typeface="JetBrains Mono"/>
              </a:rPr>
              <a:t>(</a:t>
            </a:r>
            <a:r>
              <a:rPr kumimoji="0" lang="en-US" altLang="en-US" sz="1800" b="0" i="0" u="none" strike="noStrike" cap="none" normalizeH="0" baseline="0" dirty="0">
                <a:ln>
                  <a:noFill/>
                </a:ln>
                <a:solidFill>
                  <a:srgbClr val="6AAB73"/>
                </a:solidFill>
                <a:effectLst/>
                <a:latin typeface="JetBrains Mono"/>
              </a:rPr>
              <a:t>"Greetings! I am your personal finance calculator."</a:t>
            </a:r>
            <a:r>
              <a:rPr kumimoji="0" lang="en-US" altLang="en-US" sz="1800" b="0" i="0" u="none" strike="noStrike" cap="none" normalizeH="0" baseline="0" dirty="0">
                <a:ln>
                  <a:noFill/>
                </a:ln>
                <a:solidFill>
                  <a:srgbClr val="BCBEC4"/>
                </a:solidFill>
                <a:effectLst/>
                <a:latin typeface="JetBrains Mono"/>
              </a:rPr>
              <a:t>)</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    }</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9" name="Rectangle: Rounded Corners 8">
            <a:extLst>
              <a:ext uri="{FF2B5EF4-FFF2-40B4-BE49-F238E27FC236}">
                <a16:creationId xmlns:a16="http://schemas.microsoft.com/office/drawing/2014/main" id="{35649628-9D12-993F-1043-52BCF1C4C404}"/>
              </a:ext>
            </a:extLst>
          </p:cNvPr>
          <p:cNvSpPr/>
          <p:nvPr/>
        </p:nvSpPr>
        <p:spPr>
          <a:xfrm>
            <a:off x="399737" y="4537911"/>
            <a:ext cx="7405437" cy="1333500"/>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F8E6D"/>
                </a:solidFill>
                <a:effectLst/>
                <a:latin typeface="JetBrains Mono"/>
              </a:rPr>
              <a:t>fun </a:t>
            </a:r>
            <a:r>
              <a:rPr kumimoji="0" lang="en-US" altLang="en-US" sz="1800" b="0" i="0" u="none" strike="noStrike" cap="none" normalizeH="0" baseline="0" dirty="0">
                <a:ln>
                  <a:noFill/>
                </a:ln>
                <a:solidFill>
                  <a:srgbClr val="56A8F5"/>
                </a:solidFill>
                <a:effectLst/>
                <a:latin typeface="JetBrains Mono"/>
              </a:rPr>
              <a:t>main</a:t>
            </a:r>
            <a:r>
              <a:rPr kumimoji="0" lang="en-US" altLang="en-US" sz="1800" b="0" i="0" u="none" strike="noStrike" cap="none" normalizeH="0" baseline="0" dirty="0">
                <a:ln>
                  <a:noFill/>
                </a:ln>
                <a:solidFill>
                  <a:srgbClr val="BCBEC4"/>
                </a:solidFill>
                <a:effectLst/>
                <a:latin typeface="JetBrains Mono"/>
              </a:rPr>
              <a:t>() {</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    </a:t>
            </a:r>
            <a:r>
              <a:rPr kumimoji="0" lang="en-US" altLang="en-US" sz="1800" b="0" i="0" u="none" strike="noStrike" cap="none" normalizeH="0" baseline="0" dirty="0">
                <a:ln>
                  <a:noFill/>
                </a:ln>
                <a:solidFill>
                  <a:srgbClr val="CF8E6D"/>
                </a:solidFill>
                <a:effectLst/>
                <a:latin typeface="JetBrains Mono"/>
              </a:rPr>
              <a:t>val </a:t>
            </a:r>
            <a:r>
              <a:rPr kumimoji="0" lang="en-US" altLang="en-US" sz="1800" b="0" i="0" u="none" strike="noStrike" cap="none" normalizeH="0" baseline="0" dirty="0">
                <a:ln>
                  <a:noFill/>
                </a:ln>
                <a:solidFill>
                  <a:srgbClr val="BCBEC4"/>
                </a:solidFill>
                <a:effectLst/>
                <a:latin typeface="JetBrains Mono"/>
              </a:rPr>
              <a:t>pfcInstance = PersonalFinanceCalculator()</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    pfcInstance.printGreeting()</a:t>
            </a:r>
            <a:br>
              <a:rPr kumimoji="0" lang="en-US" altLang="en-US" sz="1800" b="0" i="0" u="none" strike="noStrike" cap="none" normalizeH="0" baseline="0" dirty="0">
                <a:ln>
                  <a:noFill/>
                </a:ln>
                <a:solidFill>
                  <a:srgbClr val="BCBEC4"/>
                </a:solidFill>
                <a:effectLst/>
                <a:latin typeface="JetBrains Mono"/>
              </a:rPr>
            </a:br>
            <a:r>
              <a:rPr kumimoji="0" lang="en-US" altLang="en-US" sz="1800" b="0" i="0" u="none" strike="noStrike" cap="none" normalizeH="0" baseline="0" dirty="0">
                <a:ln>
                  <a:noFill/>
                </a:ln>
                <a:solidFill>
                  <a:srgbClr val="BCBEC4"/>
                </a:solidFill>
                <a:effectLst/>
                <a:latin typeface="JetBrains Mono"/>
              </a:rPr>
              <a:t>}</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Tree>
    <p:extLst>
      <p:ext uri="{BB962C8B-B14F-4D97-AF65-F5344CB8AC3E}">
        <p14:creationId xmlns:p14="http://schemas.microsoft.com/office/powerpoint/2010/main" val="34669413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443198"/>
          </a:xfrm>
        </p:spPr>
        <p:txBody>
          <a:bodyPr/>
          <a:lstStyle/>
          <a:p>
            <a:r>
              <a:rPr lang="en-US" dirty="0"/>
              <a:t>Exercise 5 : Create a data class</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511341"/>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F8E6D"/>
                </a:solidFill>
                <a:effectLst/>
                <a:latin typeface="JetBrains Mono"/>
              </a:rPr>
              <a:t>data class </a:t>
            </a:r>
            <a:r>
              <a:rPr kumimoji="0" lang="en-US" altLang="en-US" sz="1800" b="0" i="0" u="none" strike="noStrike" cap="none" normalizeH="0" baseline="0" dirty="0">
                <a:ln>
                  <a:noFill/>
                </a:ln>
                <a:solidFill>
                  <a:srgbClr val="BCBEC4"/>
                </a:solidFill>
                <a:effectLst/>
                <a:latin typeface="JetBrains Mono"/>
              </a:rPr>
              <a:t>Person(</a:t>
            </a:r>
            <a:r>
              <a:rPr kumimoji="0" lang="en-US" altLang="en-US" sz="1800" b="0" i="0" u="none" strike="noStrike" cap="none" normalizeH="0" baseline="0" dirty="0">
                <a:ln>
                  <a:noFill/>
                </a:ln>
                <a:solidFill>
                  <a:srgbClr val="CF8E6D"/>
                </a:solidFill>
                <a:effectLst/>
                <a:latin typeface="JetBrains Mono"/>
              </a:rPr>
              <a:t>val </a:t>
            </a:r>
            <a:r>
              <a:rPr kumimoji="0" lang="en-US" altLang="en-US" sz="1800" b="0" i="0" u="none" strike="noStrike" cap="none" normalizeH="0" baseline="0" dirty="0">
                <a:ln>
                  <a:noFill/>
                </a:ln>
                <a:solidFill>
                  <a:srgbClr val="C77DBB"/>
                </a:solidFill>
                <a:effectLst/>
                <a:latin typeface="JetBrains Mono"/>
              </a:rPr>
              <a:t>name</a:t>
            </a:r>
            <a:r>
              <a:rPr kumimoji="0" lang="en-US" altLang="en-US" sz="1800" b="0" i="0" u="none" strike="noStrike" cap="none" normalizeH="0" baseline="0" dirty="0">
                <a:ln>
                  <a:noFill/>
                </a:ln>
                <a:solidFill>
                  <a:srgbClr val="BCBEC4"/>
                </a:solidFill>
                <a:effectLst/>
                <a:latin typeface="JetBrains Mono"/>
              </a:rPr>
              <a:t>: String, </a:t>
            </a:r>
            <a:r>
              <a:rPr kumimoji="0" lang="en-US" altLang="en-US" sz="1800" b="0" i="0" u="none" strike="noStrike" cap="none" normalizeH="0" baseline="0" dirty="0">
                <a:ln>
                  <a:noFill/>
                </a:ln>
                <a:solidFill>
                  <a:srgbClr val="CF8E6D"/>
                </a:solidFill>
                <a:effectLst/>
                <a:latin typeface="JetBrains Mono"/>
              </a:rPr>
              <a:t>val </a:t>
            </a:r>
            <a:r>
              <a:rPr kumimoji="0" lang="en-US" altLang="en-US" sz="1800" b="0" i="0" u="none" strike="noStrike" cap="none" normalizeH="0" baseline="0" dirty="0">
                <a:ln>
                  <a:noFill/>
                </a:ln>
                <a:solidFill>
                  <a:srgbClr val="C77DBB"/>
                </a:solidFill>
                <a:effectLst/>
                <a:latin typeface="JetBrains Mono"/>
              </a:rPr>
              <a:t>savings</a:t>
            </a:r>
            <a:r>
              <a:rPr kumimoji="0" lang="en-US" altLang="en-US" sz="1800" b="0" i="0" u="none" strike="noStrike" cap="none" normalizeH="0" baseline="0" dirty="0">
                <a:ln>
                  <a:noFill/>
                </a:ln>
                <a:solidFill>
                  <a:srgbClr val="BCBEC4"/>
                </a:solidFill>
                <a:effectLst/>
                <a:latin typeface="JetBrains Mono"/>
              </a:rPr>
              <a:t>: Double)</a:t>
            </a:r>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12" name="TextBox 11">
            <a:extLst>
              <a:ext uri="{FF2B5EF4-FFF2-40B4-BE49-F238E27FC236}">
                <a16:creationId xmlns:a16="http://schemas.microsoft.com/office/drawing/2014/main" id="{32ED1BAB-2D52-CFF0-A02E-ECB0DD6F7A82}"/>
              </a:ext>
            </a:extLst>
          </p:cNvPr>
          <p:cNvSpPr txBox="1"/>
          <p:nvPr/>
        </p:nvSpPr>
        <p:spPr>
          <a:xfrm>
            <a:off x="399737" y="1874330"/>
            <a:ext cx="3982451"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t>Data classes in Kotlin are primarily used to hold data.</a:t>
            </a:r>
            <a:br>
              <a:rPr lang="en-US" sz="1600" dirty="0"/>
            </a:br>
            <a:endParaRPr lang="en-US" sz="1600" dirty="0"/>
          </a:p>
          <a:p>
            <a:pPr marL="285750" indent="-285750">
              <a:buFont typeface="Arial" panose="020B0604020202020204" pitchFamily="34" charset="0"/>
              <a:buChar char="•"/>
            </a:pPr>
            <a:r>
              <a:rPr lang="en-AU" sz="1600" dirty="0"/>
              <a:t>A data class cannot be extended by another class. </a:t>
            </a:r>
            <a:r>
              <a:rPr lang="en-AU" sz="1600" b="1" dirty="0"/>
              <a:t>They are final classes by default</a:t>
            </a:r>
            <a:r>
              <a:rPr lang="en-AU" sz="1600" dirty="0"/>
              <a:t>.</a:t>
            </a:r>
          </a:p>
          <a:p>
            <a:endParaRPr lang="en-AU" sz="1600" dirty="0"/>
          </a:p>
          <a:p>
            <a:pPr marL="285750" indent="-285750">
              <a:buFont typeface="Arial" panose="020B0604020202020204" pitchFamily="34" charset="0"/>
              <a:buChar char="•"/>
            </a:pPr>
            <a:r>
              <a:rPr lang="en-AU" sz="1600" dirty="0"/>
              <a:t>Data classes are used extensively to model network responses and payloads in Android development.</a:t>
            </a:r>
          </a:p>
        </p:txBody>
      </p:sp>
    </p:spTree>
    <p:extLst>
      <p:ext uri="{BB962C8B-B14F-4D97-AF65-F5344CB8AC3E}">
        <p14:creationId xmlns:p14="http://schemas.microsoft.com/office/powerpoint/2010/main" val="69064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443198"/>
          </a:xfrm>
        </p:spPr>
        <p:txBody>
          <a:bodyPr/>
          <a:lstStyle/>
          <a:p>
            <a:r>
              <a:rPr lang="en-US" dirty="0"/>
              <a:t>Exercise 6 : Using loops in your programs.</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4614110"/>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r>
              <a:rPr kumimoji="0" lang="en-US" altLang="en-US" sz="1600" b="0" i="0" u="none" strike="noStrike" cap="none" normalizeH="0" baseline="0" dirty="0">
                <a:ln>
                  <a:noFill/>
                </a:ln>
                <a:solidFill>
                  <a:srgbClr val="CF8E6D"/>
                </a:solidFill>
                <a:effectLst/>
                <a:latin typeface="JetBrains Mono"/>
              </a:rPr>
              <a:t>val </a:t>
            </a:r>
            <a:r>
              <a:rPr kumimoji="0" lang="en-US" altLang="en-US" sz="1600" b="0" i="0" u="none" strike="noStrike" cap="none" normalizeH="0" baseline="0" dirty="0">
                <a:ln>
                  <a:noFill/>
                </a:ln>
                <a:solidFill>
                  <a:srgbClr val="BCBEC4"/>
                </a:solidFill>
                <a:effectLst/>
                <a:latin typeface="JetBrains Mono"/>
              </a:rPr>
              <a:t>pfcInstance = PersonalFinanceCalculator()</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pfcInstance.printGreeting()</a:t>
            </a:r>
            <a:br>
              <a:rPr kumimoji="0" lang="en-US" altLang="en-US" sz="1600" b="0" i="0" u="none" strike="noStrike" cap="none" normalizeH="0" baseline="0" dirty="0">
                <a:ln>
                  <a:noFill/>
                </a:ln>
                <a:solidFill>
                  <a:srgbClr val="BCBEC4"/>
                </a:solidFill>
                <a:effectLst/>
                <a:latin typeface="JetBrains Mono"/>
              </a:rPr>
            </a:br>
            <a:br>
              <a:rPr kumimoji="0" lang="en-US" altLang="en-US" sz="1600" b="0" i="0" u="none" strike="noStrike" cap="none" normalizeH="0" baseline="0" dirty="0">
                <a:ln>
                  <a:noFill/>
                </a:ln>
                <a:solidFill>
                  <a:srgbClr val="BCBEC4"/>
                </a:solidFill>
                <a:effectLst/>
                <a:latin typeface="JetBrains Mono"/>
              </a:rPr>
            </a:br>
            <a:r>
              <a:rPr kumimoji="0" lang="en-US" altLang="en-US" sz="1600" b="0" i="1" u="none" strike="noStrike" cap="none" normalizeH="0" baseline="0" dirty="0">
                <a:ln>
                  <a:noFill/>
                </a:ln>
                <a:solidFill>
                  <a:srgbClr val="BCBEC4"/>
                </a:solidFill>
                <a:effectLst/>
                <a:latin typeface="JetBrains Mono"/>
              </a:rPr>
              <a:t>println</a:t>
            </a:r>
            <a:r>
              <a:rPr kumimoji="0" lang="en-US" altLang="en-US" sz="1600" b="0" i="0" u="none" strike="noStrike" cap="none" normalizeH="0" baseline="0" dirty="0">
                <a:ln>
                  <a:noFill/>
                </a:ln>
                <a:solidFill>
                  <a:srgbClr val="BCBEC4"/>
                </a:solidFill>
                <a:effectLst/>
                <a:latin typeface="JetBrains Mono"/>
              </a:rPr>
              <a:t>(</a:t>
            </a:r>
            <a:r>
              <a:rPr kumimoji="0" lang="en-US" altLang="en-US" sz="1600" b="0" i="0" u="none" strike="noStrike" cap="none" normalizeH="0" baseline="0" dirty="0">
                <a:ln>
                  <a:noFill/>
                </a:ln>
                <a:solidFill>
                  <a:srgbClr val="6AAB73"/>
                </a:solidFill>
                <a:effectLst/>
                <a:latin typeface="JetBrains Mono"/>
              </a:rPr>
              <a:t>"</a:t>
            </a:r>
            <a:r>
              <a:rPr kumimoji="0" lang="en-US" altLang="en-US" sz="1600" b="0" i="0" u="none" strike="noStrike" cap="none" normalizeH="0" baseline="0" dirty="0">
                <a:ln>
                  <a:noFill/>
                </a:ln>
                <a:solidFill>
                  <a:srgbClr val="CF8E6D"/>
                </a:solidFill>
                <a:effectLst/>
                <a:latin typeface="JetBrains Mono"/>
              </a:rPr>
              <a:t>\n</a:t>
            </a:r>
            <a:r>
              <a:rPr kumimoji="0" lang="en-US" altLang="en-US" sz="1600" b="0" i="0" u="none" strike="noStrike" cap="none" normalizeH="0" baseline="0" dirty="0">
                <a:ln>
                  <a:noFill/>
                </a:ln>
                <a:solidFill>
                  <a:srgbClr val="6AAB73"/>
                </a:solidFill>
                <a:effectLst/>
                <a:latin typeface="JetBrains Mono"/>
              </a:rPr>
              <a:t>Enter your name: "</a:t>
            </a:r>
            <a:r>
              <a:rPr kumimoji="0" lang="en-US" altLang="en-US" sz="1600" b="0" i="0" u="none" strike="noStrike" cap="none" normalizeH="0" baseline="0" dirty="0">
                <a:ln>
                  <a:noFill/>
                </a:ln>
                <a:solidFill>
                  <a:srgbClr val="BCBEC4"/>
                </a:solidFill>
                <a:effectLst/>
                <a:latin typeface="JetBrains Mono"/>
              </a:rPr>
              <a:t>)</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CF8E6D"/>
                </a:solidFill>
                <a:effectLst/>
                <a:latin typeface="JetBrains Mono"/>
              </a:rPr>
              <a:t>val </a:t>
            </a:r>
            <a:r>
              <a:rPr kumimoji="0" lang="en-US" altLang="en-US" sz="1600" b="0" i="0" u="none" strike="noStrike" cap="none" normalizeH="0" baseline="0" dirty="0">
                <a:ln>
                  <a:noFill/>
                </a:ln>
                <a:solidFill>
                  <a:srgbClr val="BCBEC4"/>
                </a:solidFill>
                <a:effectLst/>
                <a:latin typeface="JetBrains Mono"/>
              </a:rPr>
              <a:t>name = </a:t>
            </a:r>
            <a:r>
              <a:rPr kumimoji="0" lang="en-US" altLang="en-US" sz="1600" b="0" i="1" u="none" strike="noStrike" cap="none" normalizeH="0" baseline="0" dirty="0">
                <a:ln>
                  <a:noFill/>
                </a:ln>
                <a:solidFill>
                  <a:srgbClr val="BCBEC4"/>
                </a:solidFill>
                <a:effectLst/>
                <a:latin typeface="JetBrains Mono"/>
              </a:rPr>
              <a:t>readln</a:t>
            </a:r>
            <a:r>
              <a:rPr kumimoji="0" lang="en-US" altLang="en-US" sz="1600" b="0" i="0" u="none" strike="noStrike" cap="none" normalizeH="0" baseline="0" dirty="0">
                <a:ln>
                  <a:noFill/>
                </a:ln>
                <a:solidFill>
                  <a:srgbClr val="BCBEC4"/>
                </a:solidFill>
                <a:effectLst/>
                <a:latin typeface="JetBrains Mono"/>
              </a:rPr>
              <a:t>()</a:t>
            </a:r>
            <a:br>
              <a:rPr kumimoji="0" lang="en-US" altLang="en-US" sz="1600" b="0" i="0" u="none" strike="noStrike" cap="none" normalizeH="0" baseline="0" dirty="0">
                <a:ln>
                  <a:noFill/>
                </a:ln>
                <a:solidFill>
                  <a:srgbClr val="BCBEC4"/>
                </a:solidFill>
                <a:effectLst/>
                <a:latin typeface="JetBrains Mono"/>
              </a:rPr>
            </a:br>
            <a:r>
              <a:rPr kumimoji="0" lang="en-US" altLang="en-US" sz="1600" b="0" i="1" u="none" strike="noStrike" cap="none" normalizeH="0" baseline="0" dirty="0">
                <a:ln>
                  <a:noFill/>
                </a:ln>
                <a:solidFill>
                  <a:srgbClr val="BCBEC4"/>
                </a:solidFill>
                <a:effectLst/>
                <a:latin typeface="JetBrains Mono"/>
              </a:rPr>
              <a:t>println</a:t>
            </a:r>
            <a:r>
              <a:rPr kumimoji="0" lang="en-US" altLang="en-US" sz="1600" b="0" i="0" u="none" strike="noStrike" cap="none" normalizeH="0" baseline="0" dirty="0">
                <a:ln>
                  <a:noFill/>
                </a:ln>
                <a:solidFill>
                  <a:srgbClr val="BCBEC4"/>
                </a:solidFill>
                <a:effectLst/>
                <a:latin typeface="JetBrains Mono"/>
              </a:rPr>
              <a:t>(</a:t>
            </a:r>
            <a:r>
              <a:rPr kumimoji="0" lang="en-US" altLang="en-US" sz="1600" b="0" i="0" u="none" strike="noStrike" cap="none" normalizeH="0" baseline="0" dirty="0">
                <a:ln>
                  <a:noFill/>
                </a:ln>
                <a:solidFill>
                  <a:srgbClr val="6AAB73"/>
                </a:solidFill>
                <a:effectLst/>
                <a:latin typeface="JetBrains Mono"/>
              </a:rPr>
              <a:t>"</a:t>
            </a:r>
            <a:r>
              <a:rPr kumimoji="0" lang="en-US" altLang="en-US" sz="1600" b="0" i="0" u="none" strike="noStrike" cap="none" normalizeH="0" baseline="0" dirty="0">
                <a:ln>
                  <a:noFill/>
                </a:ln>
                <a:solidFill>
                  <a:srgbClr val="CF8E6D"/>
                </a:solidFill>
                <a:effectLst/>
                <a:latin typeface="JetBrains Mono"/>
              </a:rPr>
              <a:t>\n</a:t>
            </a:r>
            <a:r>
              <a:rPr kumimoji="0" lang="en-US" altLang="en-US" sz="1600" b="0" i="0" u="none" strike="noStrike" cap="none" normalizeH="0" baseline="0" dirty="0">
                <a:ln>
                  <a:noFill/>
                </a:ln>
                <a:solidFill>
                  <a:srgbClr val="6AAB73"/>
                </a:solidFill>
                <a:effectLst/>
                <a:latin typeface="JetBrains Mono"/>
              </a:rPr>
              <a:t>Enter the sum of your current savings: "</a:t>
            </a:r>
            <a:r>
              <a:rPr kumimoji="0" lang="en-US" altLang="en-US" sz="1600" b="0" i="0" u="none" strike="noStrike" cap="none" normalizeH="0" baseline="0" dirty="0">
                <a:ln>
                  <a:noFill/>
                </a:ln>
                <a:solidFill>
                  <a:srgbClr val="BCBEC4"/>
                </a:solidFill>
                <a:effectLst/>
                <a:latin typeface="JetBrains Mono"/>
              </a:rPr>
              <a:t>)</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CF8E6D"/>
                </a:solidFill>
                <a:effectLst/>
                <a:latin typeface="JetBrains Mono"/>
              </a:rPr>
              <a:t>val </a:t>
            </a:r>
            <a:r>
              <a:rPr kumimoji="0" lang="en-US" altLang="en-US" sz="1600" b="0" i="0" u="none" strike="noStrike" cap="none" normalizeH="0" baseline="0" dirty="0">
                <a:ln>
                  <a:noFill/>
                </a:ln>
                <a:solidFill>
                  <a:srgbClr val="BCBEC4"/>
                </a:solidFill>
                <a:effectLst/>
                <a:latin typeface="JetBrains Mono"/>
              </a:rPr>
              <a:t>savings = </a:t>
            </a:r>
            <a:r>
              <a:rPr kumimoji="0" lang="en-US" altLang="en-US" sz="1600" b="0" i="1" u="none" strike="noStrike" cap="none" normalizeH="0" baseline="0" dirty="0">
                <a:ln>
                  <a:noFill/>
                </a:ln>
                <a:solidFill>
                  <a:srgbClr val="BCBEC4"/>
                </a:solidFill>
                <a:effectLst/>
                <a:latin typeface="JetBrains Mono"/>
              </a:rPr>
              <a:t>readln</a:t>
            </a:r>
            <a:r>
              <a:rPr kumimoji="0" lang="en-US" altLang="en-US" sz="1600" b="0" i="0" u="none" strike="noStrike" cap="none" normalizeH="0" baseline="0" dirty="0">
                <a:ln>
                  <a:noFill/>
                </a:ln>
                <a:solidFill>
                  <a:srgbClr val="BCBEC4"/>
                </a:solidFill>
                <a:effectLst/>
                <a:latin typeface="JetBrains Mono"/>
              </a:rPr>
              <a:t>()</a:t>
            </a:r>
            <a:br>
              <a:rPr kumimoji="0" lang="en-US" altLang="en-US" sz="1600" b="0" i="0" u="none" strike="noStrike" cap="none" normalizeH="0" baseline="0" dirty="0">
                <a:ln>
                  <a:noFill/>
                </a:ln>
                <a:solidFill>
                  <a:srgbClr val="BCBEC4"/>
                </a:solidFill>
                <a:effectLst/>
                <a:latin typeface="JetBrains Mono"/>
              </a:rPr>
            </a:b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CF8E6D"/>
                </a:solidFill>
                <a:effectLst/>
                <a:latin typeface="JetBrains Mono"/>
              </a:rPr>
              <a:t>val </a:t>
            </a:r>
            <a:r>
              <a:rPr kumimoji="0" lang="en-US" altLang="en-US" sz="1600" b="0" i="0" u="none" strike="noStrike" cap="none" normalizeH="0" baseline="0" dirty="0">
                <a:ln>
                  <a:noFill/>
                </a:ln>
                <a:solidFill>
                  <a:srgbClr val="BCBEC4"/>
                </a:solidFill>
                <a:effectLst/>
                <a:latin typeface="JetBrains Mono"/>
              </a:rPr>
              <a:t>person = Person(</a:t>
            </a:r>
            <a:r>
              <a:rPr kumimoji="0" lang="en-US" altLang="en-US" sz="1600" b="0" i="0" u="none" strike="noStrike" cap="none" normalizeH="0" baseline="0" dirty="0">
                <a:ln>
                  <a:noFill/>
                </a:ln>
                <a:solidFill>
                  <a:srgbClr val="56C1D6"/>
                </a:solidFill>
                <a:effectLst/>
                <a:latin typeface="JetBrains Mono"/>
              </a:rPr>
              <a:t>name = </a:t>
            </a:r>
            <a:r>
              <a:rPr kumimoji="0" lang="en-US" altLang="en-US" sz="1600" b="0" i="0" u="none" strike="noStrike" cap="none" normalizeH="0" baseline="0" dirty="0">
                <a:ln>
                  <a:noFill/>
                </a:ln>
                <a:solidFill>
                  <a:srgbClr val="BCBEC4"/>
                </a:solidFill>
                <a:effectLst/>
                <a:latin typeface="JetBrains Mono"/>
              </a:rPr>
              <a:t>name, </a:t>
            </a:r>
            <a:r>
              <a:rPr kumimoji="0" lang="en-US" altLang="en-US" sz="1600" b="0" i="0" u="none" strike="noStrike" cap="none" normalizeH="0" baseline="0" dirty="0">
                <a:ln>
                  <a:noFill/>
                </a:ln>
                <a:solidFill>
                  <a:srgbClr val="56C1D6"/>
                </a:solidFill>
                <a:effectLst/>
                <a:latin typeface="JetBrains Mono"/>
              </a:rPr>
              <a:t>savings = </a:t>
            </a:r>
            <a:r>
              <a:rPr kumimoji="0" lang="en-US" altLang="en-US" sz="1600" b="0" i="0" u="none" strike="noStrike" cap="none" normalizeH="0" baseline="0" dirty="0">
                <a:ln>
                  <a:noFill/>
                </a:ln>
                <a:solidFill>
                  <a:srgbClr val="BCBEC4"/>
                </a:solidFill>
                <a:effectLst/>
                <a:latin typeface="JetBrains Mono"/>
              </a:rPr>
              <a:t>savings.</a:t>
            </a:r>
            <a:r>
              <a:rPr kumimoji="0" lang="en-US" altLang="en-US" sz="1600" b="0" i="1" u="none" strike="noStrike" cap="none" normalizeH="0" baseline="0" dirty="0">
                <a:ln>
                  <a:noFill/>
                </a:ln>
                <a:solidFill>
                  <a:srgbClr val="57AAF7"/>
                </a:solidFill>
                <a:effectLst/>
                <a:latin typeface="JetBrains Mono"/>
              </a:rPr>
              <a:t>toDouble</a:t>
            </a:r>
            <a:r>
              <a:rPr kumimoji="0" lang="en-US" altLang="en-US" sz="1600" b="0" i="0" u="none" strike="noStrike" cap="none" normalizeH="0" baseline="0" dirty="0">
                <a:ln>
                  <a:noFill/>
                </a:ln>
                <a:solidFill>
                  <a:srgbClr val="BCBEC4"/>
                </a:solidFill>
                <a:effectLst/>
                <a:latin typeface="JetBrains Mono"/>
              </a:rPr>
              <a:t>())</a:t>
            </a:r>
            <a:br>
              <a:rPr kumimoji="0" lang="en-US" altLang="en-US" sz="1600" b="0" i="0" u="none" strike="noStrike" cap="none" normalizeH="0" baseline="0" dirty="0">
                <a:ln>
                  <a:noFill/>
                </a:ln>
                <a:solidFill>
                  <a:srgbClr val="BCBEC4"/>
                </a:solidFill>
                <a:effectLst/>
                <a:latin typeface="JetBrains Mono"/>
              </a:rPr>
            </a:b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CF8E6D"/>
                </a:solidFill>
                <a:effectLst/>
                <a:latin typeface="JetBrains Mono"/>
              </a:rPr>
              <a:t>var </a:t>
            </a:r>
            <a:r>
              <a:rPr kumimoji="0" lang="en-US" altLang="en-US" sz="1600" b="0" i="0" u="none" strike="noStrike" cap="none" normalizeH="0" baseline="0" dirty="0">
                <a:ln>
                  <a:noFill/>
                </a:ln>
                <a:solidFill>
                  <a:srgbClr val="BCBEC4"/>
                </a:solidFill>
                <a:effectLst/>
                <a:latin typeface="JetBrains Mono"/>
              </a:rPr>
              <a:t>exit = </a:t>
            </a:r>
            <a:r>
              <a:rPr kumimoji="0" lang="en-US" altLang="en-US" sz="1600" b="0" i="0" u="none" strike="noStrike" cap="none" normalizeH="0" baseline="0" dirty="0">
                <a:ln>
                  <a:noFill/>
                </a:ln>
                <a:solidFill>
                  <a:srgbClr val="6AAB73"/>
                </a:solidFill>
                <a:effectLst/>
                <a:latin typeface="JetBrains Mono"/>
              </a:rPr>
              <a:t>"no"</a:t>
            </a:r>
            <a:br>
              <a:rPr kumimoji="0" lang="en-US" altLang="en-US" sz="1600" b="0" i="0" u="none" strike="noStrike" cap="none" normalizeH="0" baseline="0" dirty="0">
                <a:ln>
                  <a:noFill/>
                </a:ln>
                <a:solidFill>
                  <a:srgbClr val="6AAB73"/>
                </a:solidFill>
                <a:effectLst/>
                <a:latin typeface="JetBrains Mono"/>
              </a:rPr>
            </a:br>
            <a:br>
              <a:rPr kumimoji="0" lang="en-US" altLang="en-US" sz="1600" b="0" i="0" u="none" strike="noStrike" cap="none" normalizeH="0" baseline="0" dirty="0">
                <a:ln>
                  <a:noFill/>
                </a:ln>
                <a:solidFill>
                  <a:srgbClr val="6AAB73"/>
                </a:solidFill>
                <a:effectLst/>
                <a:latin typeface="JetBrains Mono"/>
              </a:rPr>
            </a:br>
            <a:r>
              <a:rPr kumimoji="0" lang="en-US" altLang="en-US" sz="1600" b="0" i="0" u="none" strike="noStrike" cap="none" normalizeH="0" baseline="0" dirty="0">
                <a:ln>
                  <a:noFill/>
                </a:ln>
                <a:solidFill>
                  <a:srgbClr val="CF8E6D"/>
                </a:solidFill>
                <a:effectLst/>
                <a:latin typeface="JetBrains Mono"/>
              </a:rPr>
              <a:t>while</a:t>
            </a:r>
            <a:r>
              <a:rPr kumimoji="0" lang="en-US" altLang="en-US" sz="1600" b="0" i="0" u="none" strike="noStrike" cap="none" normalizeH="0" baseline="0" dirty="0">
                <a:ln>
                  <a:noFill/>
                </a:ln>
                <a:solidFill>
                  <a:srgbClr val="BCBEC4"/>
                </a:solidFill>
                <a:effectLst/>
                <a:latin typeface="JetBrains Mono"/>
              </a:rPr>
              <a:t>(exit != </a:t>
            </a:r>
            <a:r>
              <a:rPr kumimoji="0" lang="en-US" altLang="en-US" sz="1600" b="0" i="0" u="none" strike="noStrike" cap="none" normalizeH="0" baseline="0" dirty="0">
                <a:ln>
                  <a:noFill/>
                </a:ln>
                <a:solidFill>
                  <a:srgbClr val="6AAB73"/>
                </a:solidFill>
                <a:effectLst/>
                <a:latin typeface="JetBrains Mono"/>
              </a:rPr>
              <a:t>"yes"</a:t>
            </a:r>
            <a:r>
              <a:rPr kumimoji="0" lang="en-US" altLang="en-US" sz="1600" b="0" i="0" u="none" strike="noStrike" cap="none" normalizeH="0" baseline="0" dirty="0">
                <a:ln>
                  <a:noFill/>
                </a:ln>
                <a:solidFill>
                  <a:srgbClr val="BCBEC4"/>
                </a:solidFill>
                <a:effectLst/>
                <a:latin typeface="JetBrains Mono"/>
              </a:rPr>
              <a:t>) {</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a:t>
            </a:r>
            <a:r>
              <a:rPr kumimoji="0" lang="en-US" altLang="en-US" sz="1600" b="0" i="1" u="none" strike="noStrike" cap="none" normalizeH="0" baseline="0" dirty="0">
                <a:ln>
                  <a:noFill/>
                </a:ln>
                <a:solidFill>
                  <a:srgbClr val="BCBEC4"/>
                </a:solidFill>
                <a:effectLst/>
                <a:latin typeface="JetBrains Mono"/>
              </a:rPr>
              <a:t>println</a:t>
            </a:r>
            <a:r>
              <a:rPr kumimoji="0" lang="en-US" altLang="en-US" sz="1600" b="0" i="0" u="none" strike="noStrike" cap="none" normalizeH="0" baseline="0" dirty="0">
                <a:ln>
                  <a:noFill/>
                </a:ln>
                <a:solidFill>
                  <a:srgbClr val="BCBEC4"/>
                </a:solidFill>
                <a:effectLst/>
                <a:latin typeface="JetBrains Mono"/>
              </a:rPr>
              <a:t>(</a:t>
            </a:r>
            <a:r>
              <a:rPr kumimoji="0" lang="en-US" altLang="en-US" sz="1600" b="0" i="0" u="none" strike="noStrike" cap="none" normalizeH="0" baseline="0" dirty="0">
                <a:ln>
                  <a:noFill/>
                </a:ln>
                <a:solidFill>
                  <a:srgbClr val="6AAB73"/>
                </a:solidFill>
                <a:effectLst/>
                <a:latin typeface="JetBrains Mono"/>
              </a:rPr>
              <a:t>"</a:t>
            </a:r>
            <a:r>
              <a:rPr kumimoji="0" lang="en-US" altLang="en-US" sz="1600" b="0" i="0" u="none" strike="noStrike" cap="none" normalizeH="0" baseline="0" dirty="0">
                <a:ln>
                  <a:noFill/>
                </a:ln>
                <a:solidFill>
                  <a:srgbClr val="CF8E6D"/>
                </a:solidFill>
                <a:effectLst/>
                <a:latin typeface="JetBrains Mono"/>
              </a:rPr>
              <a:t>\n\n</a:t>
            </a:r>
            <a:r>
              <a:rPr kumimoji="0" lang="en-US" altLang="en-US" sz="1600" b="0" i="0" u="none" strike="noStrike" cap="none" normalizeH="0" baseline="0" dirty="0">
                <a:ln>
                  <a:noFill/>
                </a:ln>
                <a:solidFill>
                  <a:srgbClr val="6AAB73"/>
                </a:solidFill>
                <a:effectLst/>
                <a:latin typeface="JetBrains Mono"/>
              </a:rPr>
              <a:t>Hi </a:t>
            </a:r>
            <a:r>
              <a:rPr kumimoji="0" lang="en-US" altLang="en-US" sz="1600" b="0" i="0" u="none" strike="noStrike" cap="none" normalizeH="0" baseline="0" dirty="0">
                <a:ln>
                  <a:noFill/>
                </a:ln>
                <a:solidFill>
                  <a:srgbClr val="CF8E6D"/>
                </a:solidFill>
                <a:effectLst/>
                <a:latin typeface="JetBrains Mono"/>
              </a:rPr>
              <a:t>${</a:t>
            </a:r>
            <a:r>
              <a:rPr kumimoji="0" lang="en-US" altLang="en-US" sz="1600" b="0" i="0" u="none" strike="noStrike" cap="none" normalizeH="0" baseline="0" dirty="0">
                <a:ln>
                  <a:noFill/>
                </a:ln>
                <a:solidFill>
                  <a:srgbClr val="BCBEC4"/>
                </a:solidFill>
                <a:effectLst/>
                <a:latin typeface="JetBrains Mono"/>
              </a:rPr>
              <a:t>person.</a:t>
            </a:r>
            <a:r>
              <a:rPr kumimoji="0" lang="en-US" altLang="en-US" sz="1600" b="0" i="0" u="none" strike="noStrike" cap="none" normalizeH="0" baseline="0" dirty="0">
                <a:ln>
                  <a:noFill/>
                </a:ln>
                <a:solidFill>
                  <a:srgbClr val="C77DBB"/>
                </a:solidFill>
                <a:effectLst/>
                <a:latin typeface="JetBrains Mono"/>
              </a:rPr>
              <a:t>name</a:t>
            </a:r>
            <a:r>
              <a:rPr kumimoji="0" lang="en-US" altLang="en-US" sz="1600" b="0" i="0" u="none" strike="noStrike" cap="none" normalizeH="0" baseline="0" dirty="0">
                <a:ln>
                  <a:noFill/>
                </a:ln>
                <a:solidFill>
                  <a:srgbClr val="CF8E6D"/>
                </a:solidFill>
                <a:effectLst/>
                <a:latin typeface="JetBrains Mono"/>
              </a:rPr>
              <a:t>}</a:t>
            </a:r>
            <a:r>
              <a:rPr kumimoji="0" lang="en-US" altLang="en-US" sz="1600" b="0" i="0" u="none" strike="noStrike" cap="none" normalizeH="0" baseline="0" dirty="0">
                <a:ln>
                  <a:noFill/>
                </a:ln>
                <a:solidFill>
                  <a:srgbClr val="6AAB73"/>
                </a:solidFill>
                <a:effectLst/>
                <a:latin typeface="JetBrains Mono"/>
              </a:rPr>
              <a:t> your current savings is $</a:t>
            </a:r>
            <a:r>
              <a:rPr kumimoji="0" lang="en-US" altLang="en-US" sz="1600" b="0" i="0" u="none" strike="noStrike" cap="none" normalizeH="0" baseline="0" dirty="0">
                <a:ln>
                  <a:noFill/>
                </a:ln>
                <a:solidFill>
                  <a:srgbClr val="CF8E6D"/>
                </a:solidFill>
                <a:effectLst/>
                <a:latin typeface="JetBrains Mono"/>
              </a:rPr>
              <a:t>${</a:t>
            </a:r>
            <a:r>
              <a:rPr kumimoji="0" lang="en-US" altLang="en-US" sz="1600" b="0" i="0" u="none" strike="noStrike" cap="none" normalizeH="0" baseline="0" dirty="0">
                <a:ln>
                  <a:noFill/>
                </a:ln>
                <a:solidFill>
                  <a:srgbClr val="BCBEC4"/>
                </a:solidFill>
                <a:effectLst/>
                <a:latin typeface="JetBrains Mono"/>
              </a:rPr>
              <a:t>person.</a:t>
            </a:r>
            <a:r>
              <a:rPr kumimoji="0" lang="en-US" altLang="en-US" sz="1600" b="0" i="0" u="none" strike="noStrike" cap="none" normalizeH="0" baseline="0" dirty="0">
                <a:ln>
                  <a:noFill/>
                </a:ln>
                <a:solidFill>
                  <a:srgbClr val="C77DBB"/>
                </a:solidFill>
                <a:effectLst/>
                <a:latin typeface="JetBrains Mono"/>
              </a:rPr>
              <a:t>savings</a:t>
            </a:r>
            <a:r>
              <a:rPr kumimoji="0" lang="en-US" altLang="en-US" sz="1600" b="0" i="0" u="none" strike="noStrike" cap="none" normalizeH="0" baseline="0" dirty="0">
                <a:ln>
                  <a:noFill/>
                </a:ln>
                <a:solidFill>
                  <a:srgbClr val="CF8E6D"/>
                </a:solidFill>
                <a:effectLst/>
                <a:latin typeface="JetBrains Mono"/>
              </a:rPr>
              <a:t>}</a:t>
            </a:r>
            <a:r>
              <a:rPr kumimoji="0" lang="en-US" altLang="en-US" sz="1600" b="0" i="0" u="none" strike="noStrike" cap="none" normalizeH="0" baseline="0" dirty="0">
                <a:ln>
                  <a:noFill/>
                </a:ln>
                <a:solidFill>
                  <a:srgbClr val="6AAB73"/>
                </a:solidFill>
                <a:effectLst/>
                <a:latin typeface="JetBrains Mono"/>
              </a:rPr>
              <a:t>"</a:t>
            </a:r>
            <a:r>
              <a:rPr kumimoji="0" lang="en-US" altLang="en-US" sz="1600" b="0" i="0" u="none" strike="noStrike" cap="none" normalizeH="0" baseline="0" dirty="0">
                <a:ln>
                  <a:noFill/>
                </a:ln>
                <a:solidFill>
                  <a:srgbClr val="BCBEC4"/>
                </a:solidFill>
                <a:effectLst/>
                <a:latin typeface="JetBrains Mono"/>
              </a:rPr>
              <a:t>)</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a:t>
            </a:r>
            <a:r>
              <a:rPr kumimoji="0" lang="en-US" altLang="en-US" sz="1600" b="0" i="1" u="none" strike="noStrike" cap="none" normalizeH="0" baseline="0" dirty="0">
                <a:ln>
                  <a:noFill/>
                </a:ln>
                <a:solidFill>
                  <a:srgbClr val="BCBEC4"/>
                </a:solidFill>
                <a:effectLst/>
                <a:latin typeface="JetBrains Mono"/>
              </a:rPr>
              <a:t>println</a:t>
            </a:r>
            <a:r>
              <a:rPr kumimoji="0" lang="en-US" altLang="en-US" sz="1600" b="0" i="0" u="none" strike="noStrike" cap="none" normalizeH="0" baseline="0" dirty="0">
                <a:ln>
                  <a:noFill/>
                </a:ln>
                <a:solidFill>
                  <a:srgbClr val="BCBEC4"/>
                </a:solidFill>
                <a:effectLst/>
                <a:latin typeface="JetBrains Mono"/>
              </a:rPr>
              <a:t>(</a:t>
            </a:r>
            <a:r>
              <a:rPr kumimoji="0" lang="en-US" altLang="en-US" sz="1600" b="0" i="0" u="none" strike="noStrike" cap="none" normalizeH="0" baseline="0" dirty="0">
                <a:ln>
                  <a:noFill/>
                </a:ln>
                <a:solidFill>
                  <a:srgbClr val="6AAB73"/>
                </a:solidFill>
                <a:effectLst/>
                <a:latin typeface="JetBrains Mono"/>
              </a:rPr>
              <a:t>"</a:t>
            </a:r>
            <a:r>
              <a:rPr kumimoji="0" lang="en-US" altLang="en-US" sz="1600" b="0" i="0" u="none" strike="noStrike" cap="none" normalizeH="0" baseline="0" dirty="0">
                <a:ln>
                  <a:noFill/>
                </a:ln>
                <a:solidFill>
                  <a:srgbClr val="CF8E6D"/>
                </a:solidFill>
                <a:effectLst/>
                <a:latin typeface="JetBrains Mono"/>
              </a:rPr>
              <a:t>\n</a:t>
            </a:r>
            <a:r>
              <a:rPr kumimoji="0" lang="en-US" altLang="en-US" sz="1600" b="0" i="0" u="none" strike="noStrike" cap="none" normalizeH="0" baseline="0" dirty="0">
                <a:ln>
                  <a:noFill/>
                </a:ln>
                <a:solidFill>
                  <a:srgbClr val="6AAB73"/>
                </a:solidFill>
                <a:effectLst/>
                <a:latin typeface="JetBrains Mono"/>
              </a:rPr>
              <a:t>Do you wish to exit ('yes' to exit): "</a:t>
            </a:r>
            <a:r>
              <a:rPr kumimoji="0" lang="en-US" altLang="en-US" sz="1600" b="0" i="0" u="none" strike="noStrike" cap="none" normalizeH="0" baseline="0" dirty="0">
                <a:ln>
                  <a:noFill/>
                </a:ln>
                <a:solidFill>
                  <a:srgbClr val="BCBEC4"/>
                </a:solidFill>
                <a:effectLst/>
                <a:latin typeface="JetBrains Mono"/>
              </a:rPr>
              <a:t>)</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exit = </a:t>
            </a:r>
            <a:r>
              <a:rPr kumimoji="0" lang="en-US" altLang="en-US" sz="1600" b="0" i="1" u="none" strike="noStrike" cap="none" normalizeH="0" baseline="0" dirty="0">
                <a:ln>
                  <a:noFill/>
                </a:ln>
                <a:solidFill>
                  <a:srgbClr val="BCBEC4"/>
                </a:solidFill>
                <a:effectLst/>
                <a:latin typeface="JetBrains Mono"/>
              </a:rPr>
              <a:t>readln</a:t>
            </a:r>
            <a:r>
              <a:rPr kumimoji="0" lang="en-US" altLang="en-US" sz="1600" b="0" i="0" u="none" strike="noStrike" cap="none" normalizeH="0" baseline="0" dirty="0">
                <a:ln>
                  <a:noFill/>
                </a:ln>
                <a:solidFill>
                  <a:srgbClr val="BCBEC4"/>
                </a:solidFill>
                <a:effectLst/>
                <a:latin typeface="JetBrains Mono"/>
              </a:rPr>
              <a:t>()</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12" name="TextBox 11">
            <a:extLst>
              <a:ext uri="{FF2B5EF4-FFF2-40B4-BE49-F238E27FC236}">
                <a16:creationId xmlns:a16="http://schemas.microsoft.com/office/drawing/2014/main" id="{32ED1BAB-2D52-CFF0-A02E-ECB0DD6F7A82}"/>
              </a:ext>
            </a:extLst>
          </p:cNvPr>
          <p:cNvSpPr txBox="1"/>
          <p:nvPr/>
        </p:nvSpPr>
        <p:spPr>
          <a:xfrm>
            <a:off x="7976937" y="1230234"/>
            <a:ext cx="3982451" cy="1323439"/>
          </a:xfrm>
          <a:prstGeom prst="rect">
            <a:avLst/>
          </a:prstGeom>
          <a:noFill/>
        </p:spPr>
        <p:txBody>
          <a:bodyPr wrap="square" rtlCol="0">
            <a:spAutoFit/>
          </a:bodyPr>
          <a:lstStyle/>
          <a:p>
            <a:r>
              <a:rPr lang="en-AU" sz="1600" dirty="0"/>
              <a:t>Add this code into your main function and observe the behaviour of the ‘while’ loop.</a:t>
            </a:r>
            <a:br>
              <a:rPr lang="en-AU" sz="1600" dirty="0"/>
            </a:br>
            <a:br>
              <a:rPr lang="en-AU" sz="1600" dirty="0"/>
            </a:br>
            <a:r>
              <a:rPr lang="en-AU" sz="1600" dirty="0"/>
              <a:t>There are many ways to execute a loop in Kotlin…. ‘while’ is only one of them.</a:t>
            </a:r>
          </a:p>
        </p:txBody>
      </p:sp>
    </p:spTree>
    <p:extLst>
      <p:ext uri="{BB962C8B-B14F-4D97-AF65-F5344CB8AC3E}">
        <p14:creationId xmlns:p14="http://schemas.microsoft.com/office/powerpoint/2010/main" val="3249866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443198"/>
          </a:xfrm>
        </p:spPr>
        <p:txBody>
          <a:bodyPr/>
          <a:lstStyle/>
          <a:p>
            <a:r>
              <a:rPr lang="en-US" dirty="0"/>
              <a:t>Exercise 7 : Create subtypes using inheritance.</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4614110"/>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CF8E6D"/>
                </a:solidFill>
                <a:effectLst/>
                <a:latin typeface="JetBrains Mono"/>
              </a:rPr>
              <a:t>abstract class </a:t>
            </a:r>
            <a:r>
              <a:rPr kumimoji="0" lang="en-US" altLang="en-US" sz="1400" b="0" i="0" u="none" strike="noStrike" cap="none" normalizeH="0" baseline="0" dirty="0">
                <a:ln>
                  <a:noFill/>
                </a:ln>
                <a:solidFill>
                  <a:srgbClr val="BCBEC4"/>
                </a:solidFill>
                <a:effectLst/>
                <a:latin typeface="JetBrains Mono"/>
              </a:rPr>
              <a:t>Transaction(</a:t>
            </a:r>
            <a:r>
              <a:rPr kumimoji="0" lang="en-US" altLang="en-US" sz="1400" b="0" i="0" u="none" strike="noStrike" cap="none" normalizeH="0" baseline="0" dirty="0">
                <a:ln>
                  <a:noFill/>
                </a:ln>
                <a:solidFill>
                  <a:srgbClr val="CF8E6D"/>
                </a:solidFill>
                <a:effectLst/>
                <a:latin typeface="JetBrains Mono"/>
              </a:rPr>
              <a:t>val </a:t>
            </a:r>
            <a:r>
              <a:rPr kumimoji="0" lang="en-US" altLang="en-US" sz="1400" b="0" i="0" u="none" strike="noStrike" cap="none" normalizeH="0" baseline="0" dirty="0">
                <a:ln>
                  <a:noFill/>
                </a:ln>
                <a:solidFill>
                  <a:srgbClr val="C77DBB"/>
                </a:solidFill>
                <a:effectLst/>
                <a:latin typeface="JetBrains Mono"/>
              </a:rPr>
              <a:t>name</a:t>
            </a:r>
            <a:r>
              <a:rPr kumimoji="0" lang="en-US" altLang="en-US" sz="1400" b="0" i="0" u="none" strike="noStrike" cap="none" normalizeH="0" baseline="0" dirty="0">
                <a:ln>
                  <a:noFill/>
                </a:ln>
                <a:solidFill>
                  <a:srgbClr val="BCBEC4"/>
                </a:solidFill>
                <a:effectLst/>
                <a:latin typeface="JetBrains Mono"/>
              </a:rPr>
              <a:t>: String, </a:t>
            </a:r>
            <a:r>
              <a:rPr kumimoji="0" lang="en-US" altLang="en-US" sz="1400" b="0" i="0" u="none" strike="noStrike" cap="none" normalizeH="0" baseline="0" dirty="0">
                <a:ln>
                  <a:noFill/>
                </a:ln>
                <a:solidFill>
                  <a:srgbClr val="CF8E6D"/>
                </a:solidFill>
                <a:effectLst/>
                <a:latin typeface="JetBrains Mono"/>
              </a:rPr>
              <a:t>private val </a:t>
            </a:r>
            <a:r>
              <a:rPr kumimoji="0" lang="en-US" altLang="en-US" sz="1400" b="0" i="0" u="none" strike="noStrike" cap="none" normalizeH="0" baseline="0" dirty="0">
                <a:ln>
                  <a:noFill/>
                </a:ln>
                <a:solidFill>
                  <a:srgbClr val="C77DBB"/>
                </a:solidFill>
                <a:effectLst/>
                <a:latin typeface="JetBrains Mono"/>
              </a:rPr>
              <a:t>value</a:t>
            </a:r>
            <a:r>
              <a:rPr kumimoji="0" lang="en-US" altLang="en-US" sz="1400" b="0" i="0" u="none" strike="noStrike" cap="none" normalizeH="0" baseline="0" dirty="0">
                <a:ln>
                  <a:noFill/>
                </a:ln>
                <a:solidFill>
                  <a:srgbClr val="BCBEC4"/>
                </a:solidFill>
                <a:effectLst/>
                <a:latin typeface="JetBrains Mono"/>
              </a:rPr>
              <a:t>: Double) {</a:t>
            </a:r>
            <a:br>
              <a:rPr kumimoji="0" lang="en-US" altLang="en-US" sz="1400" b="0" i="0" u="none" strike="noStrike" cap="none" normalizeH="0" baseline="0" dirty="0">
                <a:ln>
                  <a:noFill/>
                </a:ln>
                <a:solidFill>
                  <a:srgbClr val="BCBEC4"/>
                </a:solidFill>
                <a:effectLst/>
                <a:latin typeface="JetBrains Mono"/>
              </a:rPr>
            </a:b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F8E6D"/>
                </a:solidFill>
                <a:effectLst/>
                <a:latin typeface="JetBrains Mono"/>
              </a:rPr>
              <a:t>abstract fun </a:t>
            </a:r>
            <a:r>
              <a:rPr kumimoji="0" lang="en-US" altLang="en-US" sz="1400" b="0" i="0" u="none" strike="noStrike" cap="none" normalizeH="0" baseline="0" dirty="0">
                <a:ln>
                  <a:noFill/>
                </a:ln>
                <a:solidFill>
                  <a:srgbClr val="56A8F5"/>
                </a:solidFill>
                <a:effectLst/>
                <a:latin typeface="JetBrains Mono"/>
              </a:rPr>
              <a:t>getValue</a:t>
            </a:r>
            <a:r>
              <a:rPr kumimoji="0" lang="en-US" altLang="en-US" sz="1400" b="0" i="0" u="none" strike="noStrike" cap="none" normalizeH="0" baseline="0" dirty="0">
                <a:ln>
                  <a:noFill/>
                </a:ln>
                <a:solidFill>
                  <a:srgbClr val="BCBEC4"/>
                </a:solidFill>
                <a:effectLst/>
                <a:latin typeface="JetBrains Mono"/>
              </a:rPr>
              <a:t>(): Double</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a:t>
            </a:r>
            <a:br>
              <a:rPr kumimoji="0" lang="en-US" altLang="en-US" sz="1400" b="0" i="0" u="none" strike="noStrike" cap="none" normalizeH="0" baseline="0" dirty="0">
                <a:ln>
                  <a:noFill/>
                </a:ln>
                <a:solidFill>
                  <a:srgbClr val="BCBEC4"/>
                </a:solidFill>
                <a:effectLst/>
                <a:latin typeface="JetBrains Mono"/>
              </a:rPr>
            </a:b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CF8E6D"/>
                </a:solidFill>
                <a:effectLst/>
                <a:latin typeface="JetBrains Mono"/>
              </a:rPr>
              <a:t>class </a:t>
            </a:r>
            <a:r>
              <a:rPr kumimoji="0" lang="en-US" altLang="en-US" sz="1400" b="0" i="0" u="none" strike="noStrike" cap="none" normalizeH="0" baseline="0" dirty="0">
                <a:ln>
                  <a:noFill/>
                </a:ln>
                <a:solidFill>
                  <a:srgbClr val="BCBEC4"/>
                </a:solidFill>
                <a:effectLst/>
                <a:latin typeface="JetBrains Mono"/>
              </a:rPr>
              <a:t>Income(</a:t>
            </a:r>
            <a:r>
              <a:rPr kumimoji="0" lang="en-US" altLang="en-US" sz="1400" b="0" i="0" u="none" strike="noStrike" cap="none" normalizeH="0" baseline="0" dirty="0">
                <a:ln>
                  <a:noFill/>
                </a:ln>
                <a:solidFill>
                  <a:srgbClr val="CF8E6D"/>
                </a:solidFill>
                <a:effectLst/>
                <a:latin typeface="JetBrains Mono"/>
              </a:rPr>
              <a:t>val </a:t>
            </a:r>
            <a:r>
              <a:rPr kumimoji="0" lang="en-US" altLang="en-US" sz="1400" b="0" i="0" u="none" strike="noStrike" cap="none" normalizeH="0" baseline="0" dirty="0">
                <a:ln>
                  <a:noFill/>
                </a:ln>
                <a:solidFill>
                  <a:srgbClr val="C77DBB"/>
                </a:solidFill>
                <a:effectLst/>
                <a:latin typeface="JetBrains Mono"/>
              </a:rPr>
              <a:t>income</a:t>
            </a:r>
            <a:r>
              <a:rPr kumimoji="0" lang="en-US" altLang="en-US" sz="1400" b="0" i="0" u="none" strike="noStrike" cap="none" normalizeH="0" baseline="0" dirty="0">
                <a:ln>
                  <a:noFill/>
                </a:ln>
                <a:solidFill>
                  <a:srgbClr val="BCBEC4"/>
                </a:solidFill>
                <a:effectLst/>
                <a:latin typeface="JetBrains Mono"/>
              </a:rPr>
              <a:t>: String, </a:t>
            </a:r>
            <a:r>
              <a:rPr kumimoji="0" lang="en-US" altLang="en-US" sz="1400" b="0" i="0" u="none" strike="noStrike" cap="none" normalizeH="0" baseline="0" dirty="0">
                <a:ln>
                  <a:noFill/>
                </a:ln>
                <a:solidFill>
                  <a:srgbClr val="CF8E6D"/>
                </a:solidFill>
                <a:effectLst/>
                <a:latin typeface="JetBrains Mono"/>
              </a:rPr>
              <a:t>private val </a:t>
            </a:r>
            <a:r>
              <a:rPr kumimoji="0" lang="en-US" altLang="en-US" sz="1400" b="0" i="0" u="none" strike="noStrike" cap="none" normalizeH="0" baseline="0" dirty="0">
                <a:ln>
                  <a:noFill/>
                </a:ln>
                <a:solidFill>
                  <a:srgbClr val="C77DBB"/>
                </a:solidFill>
                <a:effectLst/>
                <a:latin typeface="JetBrains Mono"/>
              </a:rPr>
              <a:t>value</a:t>
            </a:r>
            <a:r>
              <a:rPr kumimoji="0" lang="en-US" altLang="en-US" sz="1400" b="0" i="0" u="none" strike="noStrike" cap="none" normalizeH="0" baseline="0" dirty="0">
                <a:ln>
                  <a:noFill/>
                </a:ln>
                <a:solidFill>
                  <a:srgbClr val="BCBEC4"/>
                </a:solidFill>
                <a:effectLst/>
                <a:latin typeface="JetBrains Mono"/>
              </a:rPr>
              <a:t>: Double): Transaction(income, value) {</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F8E6D"/>
                </a:solidFill>
                <a:effectLst/>
                <a:latin typeface="JetBrains Mono"/>
              </a:rPr>
              <a:t>override fun </a:t>
            </a:r>
            <a:r>
              <a:rPr kumimoji="0" lang="en-US" altLang="en-US" sz="1400" b="0" i="0" u="none" strike="noStrike" cap="none" normalizeH="0" baseline="0" dirty="0">
                <a:ln>
                  <a:noFill/>
                </a:ln>
                <a:solidFill>
                  <a:srgbClr val="56A8F5"/>
                </a:solidFill>
                <a:effectLst/>
                <a:latin typeface="JetBrains Mono"/>
              </a:rPr>
              <a:t>getValue</a:t>
            </a:r>
            <a:r>
              <a:rPr kumimoji="0" lang="en-US" altLang="en-US" sz="1400" b="0" i="0" u="none" strike="noStrike" cap="none" normalizeH="0" baseline="0" dirty="0">
                <a:ln>
                  <a:noFill/>
                </a:ln>
                <a:solidFill>
                  <a:srgbClr val="BCBEC4"/>
                </a:solidFill>
                <a:effectLst/>
                <a:latin typeface="JetBrains Mono"/>
              </a:rPr>
              <a:t>(): Double {</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F8E6D"/>
                </a:solidFill>
                <a:effectLst/>
                <a:latin typeface="JetBrains Mono"/>
              </a:rPr>
              <a:t>return </a:t>
            </a:r>
            <a:r>
              <a:rPr kumimoji="0" lang="en-US" altLang="en-US" sz="1400" b="0" i="0" u="none" strike="noStrike" cap="none" normalizeH="0" baseline="0" dirty="0">
                <a:ln>
                  <a:noFill/>
                </a:ln>
                <a:solidFill>
                  <a:srgbClr val="C77DBB"/>
                </a:solidFill>
                <a:effectLst/>
                <a:latin typeface="JetBrains Mono"/>
              </a:rPr>
              <a:t>value</a:t>
            </a:r>
            <a:br>
              <a:rPr kumimoji="0" lang="en-US" altLang="en-US" sz="1400" b="0" i="0" u="none" strike="noStrike" cap="none" normalizeH="0" baseline="0" dirty="0">
                <a:ln>
                  <a:noFill/>
                </a:ln>
                <a:solidFill>
                  <a:srgbClr val="C77DBB"/>
                </a:solidFill>
                <a:effectLst/>
                <a:latin typeface="JetBrains Mono"/>
              </a:rPr>
            </a:br>
            <a:r>
              <a:rPr kumimoji="0" lang="en-US" altLang="en-US" sz="1400" b="0" i="0" u="none" strike="noStrike" cap="none" normalizeH="0" baseline="0" dirty="0">
                <a:ln>
                  <a:noFill/>
                </a:ln>
                <a:solidFill>
                  <a:srgbClr val="C77DBB"/>
                </a:solidFill>
                <a:effectLst/>
                <a:latin typeface="JetBrains Mono"/>
              </a:rPr>
              <a:t>    </a:t>
            </a:r>
            <a:r>
              <a:rPr kumimoji="0" lang="en-US" altLang="en-US" sz="1400" b="0" i="0" u="none" strike="noStrike" cap="none" normalizeH="0" baseline="0" dirty="0">
                <a:ln>
                  <a:noFill/>
                </a:ln>
                <a:solidFill>
                  <a:srgbClr val="BCBEC4"/>
                </a:solidFill>
                <a:effectLst/>
                <a:latin typeface="JetBrains Mono"/>
              </a:rPr>
              <a:t>}</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a:t>
            </a:r>
            <a:br>
              <a:rPr kumimoji="0" lang="en-US" altLang="en-US" sz="1400" b="0" i="0" u="none" strike="noStrike" cap="none" normalizeH="0" baseline="0" dirty="0">
                <a:ln>
                  <a:noFill/>
                </a:ln>
                <a:solidFill>
                  <a:srgbClr val="BCBEC4"/>
                </a:solidFill>
                <a:effectLst/>
                <a:latin typeface="JetBrains Mono"/>
              </a:rPr>
            </a:b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CF8E6D"/>
                </a:solidFill>
                <a:effectLst/>
                <a:latin typeface="JetBrains Mono"/>
              </a:rPr>
              <a:t>class </a:t>
            </a:r>
            <a:r>
              <a:rPr kumimoji="0" lang="en-US" altLang="en-US" sz="1400" b="0" i="0" u="none" strike="noStrike" cap="none" normalizeH="0" baseline="0" dirty="0">
                <a:ln>
                  <a:noFill/>
                </a:ln>
                <a:solidFill>
                  <a:srgbClr val="BCBEC4"/>
                </a:solidFill>
                <a:effectLst/>
                <a:latin typeface="JetBrains Mono"/>
              </a:rPr>
              <a:t>Expense(</a:t>
            </a:r>
            <a:r>
              <a:rPr kumimoji="0" lang="en-US" altLang="en-US" sz="1400" b="0" i="0" u="none" strike="noStrike" cap="none" normalizeH="0" baseline="0" dirty="0">
                <a:ln>
                  <a:noFill/>
                </a:ln>
                <a:solidFill>
                  <a:srgbClr val="CF8E6D"/>
                </a:solidFill>
                <a:effectLst/>
                <a:latin typeface="JetBrains Mono"/>
              </a:rPr>
              <a:t>val </a:t>
            </a:r>
            <a:r>
              <a:rPr kumimoji="0" lang="en-US" altLang="en-US" sz="1400" b="0" i="0" u="none" strike="noStrike" cap="none" normalizeH="0" baseline="0" dirty="0">
                <a:ln>
                  <a:noFill/>
                </a:ln>
                <a:solidFill>
                  <a:srgbClr val="C77DBB"/>
                </a:solidFill>
                <a:effectLst/>
                <a:latin typeface="JetBrains Mono"/>
              </a:rPr>
              <a:t>expense</a:t>
            </a:r>
            <a:r>
              <a:rPr kumimoji="0" lang="en-US" altLang="en-US" sz="1400" b="0" i="0" u="none" strike="noStrike" cap="none" normalizeH="0" baseline="0" dirty="0">
                <a:ln>
                  <a:noFill/>
                </a:ln>
                <a:solidFill>
                  <a:srgbClr val="BCBEC4"/>
                </a:solidFill>
                <a:effectLst/>
                <a:latin typeface="JetBrains Mono"/>
              </a:rPr>
              <a:t>: String, </a:t>
            </a:r>
            <a:r>
              <a:rPr kumimoji="0" lang="en-US" altLang="en-US" sz="1400" b="0" i="0" u="none" strike="noStrike" cap="none" normalizeH="0" baseline="0" dirty="0">
                <a:ln>
                  <a:noFill/>
                </a:ln>
                <a:solidFill>
                  <a:srgbClr val="CF8E6D"/>
                </a:solidFill>
                <a:effectLst/>
                <a:latin typeface="JetBrains Mono"/>
              </a:rPr>
              <a:t>private val </a:t>
            </a:r>
            <a:r>
              <a:rPr kumimoji="0" lang="en-US" altLang="en-US" sz="1400" b="0" i="0" u="none" strike="noStrike" cap="none" normalizeH="0" baseline="0" dirty="0">
                <a:ln>
                  <a:noFill/>
                </a:ln>
                <a:solidFill>
                  <a:srgbClr val="C77DBB"/>
                </a:solidFill>
                <a:effectLst/>
                <a:latin typeface="JetBrains Mono"/>
              </a:rPr>
              <a:t>value</a:t>
            </a:r>
            <a:r>
              <a:rPr kumimoji="0" lang="en-US" altLang="en-US" sz="1400" b="0" i="0" u="none" strike="noStrike" cap="none" normalizeH="0" baseline="0" dirty="0">
                <a:ln>
                  <a:noFill/>
                </a:ln>
                <a:solidFill>
                  <a:srgbClr val="BCBEC4"/>
                </a:solidFill>
                <a:effectLst/>
                <a:latin typeface="JetBrains Mono"/>
              </a:rPr>
              <a:t>: Double): Transaction(expense, value) {</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F8E6D"/>
                </a:solidFill>
                <a:effectLst/>
                <a:latin typeface="JetBrains Mono"/>
              </a:rPr>
              <a:t>override fun </a:t>
            </a:r>
            <a:r>
              <a:rPr kumimoji="0" lang="en-US" altLang="en-US" sz="1400" b="0" i="0" u="none" strike="noStrike" cap="none" normalizeH="0" baseline="0" dirty="0">
                <a:ln>
                  <a:noFill/>
                </a:ln>
                <a:solidFill>
                  <a:srgbClr val="56A8F5"/>
                </a:solidFill>
                <a:effectLst/>
                <a:latin typeface="JetBrains Mono"/>
              </a:rPr>
              <a:t>getValue</a:t>
            </a:r>
            <a:r>
              <a:rPr kumimoji="0" lang="en-US" altLang="en-US" sz="1400" b="0" i="0" u="none" strike="noStrike" cap="none" normalizeH="0" baseline="0" dirty="0">
                <a:ln>
                  <a:noFill/>
                </a:ln>
                <a:solidFill>
                  <a:srgbClr val="BCBEC4"/>
                </a:solidFill>
                <a:effectLst/>
                <a:latin typeface="JetBrains Mono"/>
              </a:rPr>
              <a:t>(): Double {</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F8E6D"/>
                </a:solidFill>
                <a:effectLst/>
                <a:latin typeface="JetBrains Mono"/>
              </a:rPr>
              <a:t>return </a:t>
            </a:r>
            <a:r>
              <a:rPr kumimoji="0" lang="en-US" altLang="en-US" sz="1400" b="0" i="0" u="none" strike="noStrike" cap="none" normalizeH="0" baseline="0" dirty="0">
                <a:ln>
                  <a:noFill/>
                </a:ln>
                <a:solidFill>
                  <a:srgbClr val="C77DBB"/>
                </a:solidFill>
                <a:effectLst/>
                <a:latin typeface="JetBrains Mono"/>
              </a:rPr>
              <a:t>value</a:t>
            </a:r>
            <a:r>
              <a:rPr kumimoji="0" lang="en-US" altLang="en-US" sz="1400" b="0" i="0" u="none" strike="noStrike" cap="none" normalizeH="0" baseline="0" dirty="0">
                <a:ln>
                  <a:noFill/>
                </a:ln>
                <a:solidFill>
                  <a:srgbClr val="BCBEC4"/>
                </a:solidFill>
                <a:effectLst/>
                <a:latin typeface="JetBrains Mono"/>
              </a:rPr>
              <a:t>.times(-</a:t>
            </a:r>
            <a:r>
              <a:rPr kumimoji="0" lang="en-US" altLang="en-US" sz="1400" b="0" i="0" u="none" strike="noStrike" cap="none" normalizeH="0" baseline="0" dirty="0">
                <a:ln>
                  <a:noFill/>
                </a:ln>
                <a:solidFill>
                  <a:srgbClr val="2AACB8"/>
                </a:solidFill>
                <a:effectLst/>
                <a:latin typeface="JetBrains Mono"/>
              </a:rPr>
              <a:t>1f</a:t>
            </a:r>
            <a:r>
              <a:rPr kumimoji="0" lang="en-US" altLang="en-US" sz="1400" b="0" i="0" u="none" strike="noStrike" cap="none" normalizeH="0" baseline="0" dirty="0">
                <a:ln>
                  <a:noFill/>
                </a:ln>
                <a:solidFill>
                  <a:srgbClr val="BCBEC4"/>
                </a:solidFill>
                <a:effectLst/>
                <a:latin typeface="JetBrains Mono"/>
              </a:rPr>
              <a:t>)</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12" name="TextBox 11">
            <a:extLst>
              <a:ext uri="{FF2B5EF4-FFF2-40B4-BE49-F238E27FC236}">
                <a16:creationId xmlns:a16="http://schemas.microsoft.com/office/drawing/2014/main" id="{32ED1BAB-2D52-CFF0-A02E-ECB0DD6F7A82}"/>
              </a:ext>
            </a:extLst>
          </p:cNvPr>
          <p:cNvSpPr txBox="1"/>
          <p:nvPr/>
        </p:nvSpPr>
        <p:spPr>
          <a:xfrm>
            <a:off x="7976937" y="1230234"/>
            <a:ext cx="3982451" cy="5262979"/>
          </a:xfrm>
          <a:prstGeom prst="rect">
            <a:avLst/>
          </a:prstGeom>
          <a:noFill/>
        </p:spPr>
        <p:txBody>
          <a:bodyPr wrap="square" rtlCol="0">
            <a:spAutoFit/>
          </a:bodyPr>
          <a:lstStyle/>
          <a:p>
            <a:r>
              <a:rPr lang="en-AU" sz="1600" dirty="0"/>
              <a:t>Create the </a:t>
            </a:r>
            <a:r>
              <a:rPr lang="en-AU" sz="1600" u="sng" dirty="0"/>
              <a:t>Transaction</a:t>
            </a:r>
            <a:r>
              <a:rPr lang="en-AU" sz="1600" dirty="0"/>
              <a:t> class in a new class file. Make it an </a:t>
            </a:r>
            <a:r>
              <a:rPr lang="en-AU" sz="1600" u="sng" dirty="0"/>
              <a:t>abstract</a:t>
            </a:r>
            <a:r>
              <a:rPr lang="en-AU" sz="1600" dirty="0"/>
              <a:t> type by prefixing it the keyword ‘abstract’.</a:t>
            </a:r>
          </a:p>
          <a:p>
            <a:endParaRPr lang="en-AU" sz="1600" dirty="0"/>
          </a:p>
          <a:p>
            <a:r>
              <a:rPr lang="en-AU" sz="1600" dirty="0"/>
              <a:t>Kotlin uses the colon ( : ) to implement inheritance between two classes. Making the class that implements the colon a child of the class after the colon.</a:t>
            </a:r>
          </a:p>
          <a:p>
            <a:endParaRPr lang="en-AU" sz="1600" dirty="0"/>
          </a:p>
          <a:p>
            <a:r>
              <a:rPr lang="en-US" sz="1600" dirty="0"/>
              <a:t>By default, Kotlin classes are final – they can't be inherited. To make a class inheritable, you need to mark it with the </a:t>
            </a:r>
            <a:r>
              <a:rPr lang="en-US" sz="1600" u="sng" dirty="0"/>
              <a:t>open</a:t>
            </a:r>
            <a:r>
              <a:rPr lang="en-US" sz="1600" dirty="0"/>
              <a:t> keyword.</a:t>
            </a:r>
          </a:p>
          <a:p>
            <a:endParaRPr lang="en-US" sz="1600" dirty="0"/>
          </a:p>
          <a:p>
            <a:r>
              <a:rPr lang="en-US" sz="1600" dirty="0"/>
              <a:t>A class may be declared </a:t>
            </a:r>
            <a:r>
              <a:rPr lang="en-US" sz="1600" u="sng" dirty="0"/>
              <a:t>abstract, along with some or all of its members</a:t>
            </a:r>
            <a:r>
              <a:rPr lang="en-US" sz="1600" dirty="0"/>
              <a:t>. An abstract member does not have an implementation in its class but is required of non abstract child classes.</a:t>
            </a:r>
            <a:endParaRPr lang="en-AU" sz="1600" dirty="0"/>
          </a:p>
          <a:p>
            <a:endParaRPr lang="en-AU" sz="1600" dirty="0"/>
          </a:p>
          <a:p>
            <a:endParaRPr lang="en-AU" sz="1600" dirty="0"/>
          </a:p>
        </p:txBody>
      </p:sp>
    </p:spTree>
    <p:extLst>
      <p:ext uri="{BB962C8B-B14F-4D97-AF65-F5344CB8AC3E}">
        <p14:creationId xmlns:p14="http://schemas.microsoft.com/office/powerpoint/2010/main" val="2252896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443198"/>
          </a:xfrm>
        </p:spPr>
        <p:txBody>
          <a:bodyPr/>
          <a:lstStyle/>
          <a:p>
            <a:r>
              <a:rPr lang="en-US" dirty="0"/>
              <a:t>Exercise 8 : Create a mutable list.</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4614110"/>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CF8E6D"/>
                </a:solidFill>
                <a:effectLst/>
                <a:latin typeface="JetBrains Mono"/>
              </a:rPr>
              <a:t>class </a:t>
            </a:r>
            <a:r>
              <a:rPr kumimoji="0" lang="en-US" altLang="en-US" sz="1600" b="0" i="0" u="none" strike="noStrike" cap="none" normalizeH="0" baseline="0" dirty="0">
                <a:ln>
                  <a:noFill/>
                </a:ln>
                <a:solidFill>
                  <a:srgbClr val="BCBEC4"/>
                </a:solidFill>
                <a:effectLst/>
                <a:latin typeface="JetBrains Mono"/>
              </a:rPr>
              <a:t>PersonalFinanceCalculator {</a:t>
            </a:r>
            <a:br>
              <a:rPr kumimoji="0" lang="en-US" altLang="en-US" sz="1600" b="0" i="0" u="none" strike="noStrike" cap="none" normalizeH="0" baseline="0" dirty="0">
                <a:ln>
                  <a:noFill/>
                </a:ln>
                <a:solidFill>
                  <a:srgbClr val="BCBEC4"/>
                </a:solidFill>
                <a:effectLst/>
                <a:latin typeface="JetBrains Mono"/>
              </a:rPr>
            </a:b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a:t>
            </a:r>
            <a:r>
              <a:rPr kumimoji="0" lang="en-US" altLang="en-US" sz="1600" b="0" i="0" u="none" strike="noStrike" cap="none" normalizeH="0" baseline="0" dirty="0">
                <a:ln>
                  <a:noFill/>
                </a:ln>
                <a:solidFill>
                  <a:srgbClr val="CF8E6D"/>
                </a:solidFill>
                <a:effectLst/>
                <a:latin typeface="JetBrains Mono"/>
              </a:rPr>
              <a:t>val </a:t>
            </a:r>
            <a:r>
              <a:rPr kumimoji="0" lang="en-US" altLang="en-US" sz="1600" b="0" i="0" u="none" strike="noStrike" cap="none" normalizeH="0" baseline="0" dirty="0">
                <a:ln>
                  <a:noFill/>
                </a:ln>
                <a:solidFill>
                  <a:srgbClr val="C77DBB"/>
                </a:solidFill>
                <a:effectLst/>
                <a:latin typeface="JetBrains Mono"/>
              </a:rPr>
              <a:t>transactionList </a:t>
            </a:r>
            <a:r>
              <a:rPr kumimoji="0" lang="en-US" altLang="en-US" sz="1600" b="0" i="0" u="none" strike="noStrike" cap="none" normalizeH="0" baseline="0" dirty="0">
                <a:ln>
                  <a:noFill/>
                </a:ln>
                <a:solidFill>
                  <a:srgbClr val="BCBEC4"/>
                </a:solidFill>
                <a:effectLst/>
                <a:latin typeface="JetBrains Mono"/>
              </a:rPr>
              <a:t>= </a:t>
            </a:r>
            <a:r>
              <a:rPr kumimoji="0" lang="en-US" altLang="en-US" sz="1600" b="0" i="1" u="none" strike="noStrike" cap="none" normalizeH="0" baseline="0" dirty="0">
                <a:ln>
                  <a:noFill/>
                </a:ln>
                <a:solidFill>
                  <a:srgbClr val="BCBEC4"/>
                </a:solidFill>
                <a:effectLst/>
                <a:latin typeface="JetBrains Mono"/>
              </a:rPr>
              <a:t>mutableListOf</a:t>
            </a:r>
            <a:r>
              <a:rPr kumimoji="0" lang="en-US" altLang="en-US" sz="1600" b="0" i="0" u="none" strike="noStrike" cap="none" normalizeH="0" baseline="0" dirty="0">
                <a:ln>
                  <a:noFill/>
                </a:ln>
                <a:solidFill>
                  <a:srgbClr val="BCBEC4"/>
                </a:solidFill>
                <a:effectLst/>
                <a:latin typeface="JetBrains Mono"/>
              </a:rPr>
              <a:t>&lt;Transaction&gt;()</a:t>
            </a:r>
            <a:br>
              <a:rPr kumimoji="0" lang="en-US" altLang="en-US" sz="1600" b="0" i="0" u="none" strike="noStrike" cap="none" normalizeH="0" baseline="0" dirty="0">
                <a:ln>
                  <a:noFill/>
                </a:ln>
                <a:solidFill>
                  <a:srgbClr val="BCBEC4"/>
                </a:solidFill>
                <a:effectLst/>
                <a:latin typeface="JetBrains Mono"/>
              </a:rPr>
            </a:b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a:t>
            </a:r>
            <a:r>
              <a:rPr kumimoji="0" lang="en-US" altLang="en-US" sz="1600" b="0" i="0" u="none" strike="noStrike" cap="none" normalizeH="0" baseline="0" dirty="0">
                <a:ln>
                  <a:noFill/>
                </a:ln>
                <a:solidFill>
                  <a:srgbClr val="CF8E6D"/>
                </a:solidFill>
                <a:effectLst/>
                <a:latin typeface="JetBrains Mono"/>
              </a:rPr>
              <a:t>fun </a:t>
            </a:r>
            <a:r>
              <a:rPr kumimoji="0" lang="en-US" altLang="en-US" sz="1600" b="0" i="0" u="none" strike="noStrike" cap="none" normalizeH="0" baseline="0" dirty="0">
                <a:ln>
                  <a:noFill/>
                </a:ln>
                <a:solidFill>
                  <a:srgbClr val="56A8F5"/>
                </a:solidFill>
                <a:effectLst/>
                <a:latin typeface="JetBrains Mono"/>
              </a:rPr>
              <a:t>printGreeting</a:t>
            </a:r>
            <a:r>
              <a:rPr kumimoji="0" lang="en-US" altLang="en-US" sz="1600" b="0" i="0" u="none" strike="noStrike" cap="none" normalizeH="0" baseline="0" dirty="0">
                <a:ln>
                  <a:noFill/>
                </a:ln>
                <a:solidFill>
                  <a:srgbClr val="BCBEC4"/>
                </a:solidFill>
                <a:effectLst/>
                <a:latin typeface="JetBrains Mono"/>
              </a:rPr>
              <a:t>() {</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a:t>
            </a:r>
            <a:r>
              <a:rPr kumimoji="0" lang="en-US" altLang="en-US" sz="1600" b="0" i="1" u="none" strike="noStrike" cap="none" normalizeH="0" baseline="0" dirty="0">
                <a:ln>
                  <a:noFill/>
                </a:ln>
                <a:solidFill>
                  <a:srgbClr val="BCBEC4"/>
                </a:solidFill>
                <a:effectLst/>
                <a:latin typeface="JetBrains Mono"/>
              </a:rPr>
              <a:t>println</a:t>
            </a:r>
            <a:r>
              <a:rPr kumimoji="0" lang="en-US" altLang="en-US" sz="1600" b="0" i="0" u="none" strike="noStrike" cap="none" normalizeH="0" baseline="0" dirty="0">
                <a:ln>
                  <a:noFill/>
                </a:ln>
                <a:solidFill>
                  <a:srgbClr val="BCBEC4"/>
                </a:solidFill>
                <a:effectLst/>
                <a:latin typeface="JetBrains Mono"/>
              </a:rPr>
              <a:t>(</a:t>
            </a:r>
            <a:r>
              <a:rPr kumimoji="0" lang="en-US" altLang="en-US" sz="1600" b="0" i="0" u="none" strike="noStrike" cap="none" normalizeH="0" baseline="0" dirty="0">
                <a:ln>
                  <a:noFill/>
                </a:ln>
                <a:solidFill>
                  <a:srgbClr val="6AAB73"/>
                </a:solidFill>
                <a:effectLst/>
                <a:latin typeface="JetBrains Mono"/>
              </a:rPr>
              <a:t>"Greetings! I am your personal finance calculator."</a:t>
            </a:r>
            <a:r>
              <a:rPr kumimoji="0" lang="en-US" altLang="en-US" sz="1600" b="0" i="0" u="none" strike="noStrike" cap="none" normalizeH="0" baseline="0" dirty="0">
                <a:ln>
                  <a:noFill/>
                </a:ln>
                <a:solidFill>
                  <a:srgbClr val="BCBEC4"/>
                </a:solidFill>
                <a:effectLst/>
                <a:latin typeface="JetBrains Mono"/>
              </a:rPr>
              <a:t>)</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a:t>
            </a:r>
            <a:br>
              <a:rPr kumimoji="0" lang="en-US" altLang="en-US" sz="1600" b="0" i="0" u="none" strike="noStrike" cap="none" normalizeH="0" baseline="0" dirty="0">
                <a:ln>
                  <a:noFill/>
                </a:ln>
                <a:solidFill>
                  <a:srgbClr val="BCBEC4"/>
                </a:solidFill>
                <a:effectLst/>
                <a:latin typeface="JetBrains Mono"/>
              </a:rPr>
            </a:b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a:t>
            </a:r>
            <a:r>
              <a:rPr kumimoji="0" lang="en-US" altLang="en-US" sz="1600" b="0" i="0" u="none" strike="noStrike" cap="none" normalizeH="0" baseline="0" dirty="0">
                <a:ln>
                  <a:noFill/>
                </a:ln>
                <a:solidFill>
                  <a:srgbClr val="CF8E6D"/>
                </a:solidFill>
                <a:effectLst/>
                <a:latin typeface="JetBrains Mono"/>
              </a:rPr>
              <a:t>fun </a:t>
            </a:r>
            <a:r>
              <a:rPr kumimoji="0" lang="en-US" altLang="en-US" sz="1600" b="0" i="0" u="none" strike="noStrike" cap="none" normalizeH="0" baseline="0" dirty="0">
                <a:ln>
                  <a:noFill/>
                </a:ln>
                <a:solidFill>
                  <a:srgbClr val="56A8F5"/>
                </a:solidFill>
                <a:effectLst/>
                <a:latin typeface="JetBrains Mono"/>
              </a:rPr>
              <a:t>saveTransaction</a:t>
            </a:r>
            <a:r>
              <a:rPr kumimoji="0" lang="en-US" altLang="en-US" sz="1600" b="0" i="0" u="none" strike="noStrike" cap="none" normalizeH="0" baseline="0" dirty="0">
                <a:ln>
                  <a:noFill/>
                </a:ln>
                <a:solidFill>
                  <a:srgbClr val="BCBEC4"/>
                </a:solidFill>
                <a:effectLst/>
                <a:latin typeface="JetBrains Mono"/>
              </a:rPr>
              <a:t>(transaction: Transaction) {</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a:t>
            </a:r>
            <a:r>
              <a:rPr kumimoji="0" lang="en-US" altLang="en-US" sz="1600" b="0" i="0" u="none" strike="noStrike" cap="none" normalizeH="0" baseline="0" dirty="0">
                <a:ln>
                  <a:noFill/>
                </a:ln>
                <a:solidFill>
                  <a:srgbClr val="C77DBB"/>
                </a:solidFill>
                <a:effectLst/>
                <a:latin typeface="JetBrains Mono"/>
              </a:rPr>
              <a:t>transactionList</a:t>
            </a:r>
            <a:r>
              <a:rPr kumimoji="0" lang="en-US" altLang="en-US" sz="1600" b="0" i="0" u="none" strike="noStrike" cap="none" normalizeH="0" baseline="0" dirty="0">
                <a:ln>
                  <a:noFill/>
                </a:ln>
                <a:solidFill>
                  <a:srgbClr val="BCBEC4"/>
                </a:solidFill>
                <a:effectLst/>
                <a:latin typeface="JetBrains Mono"/>
              </a:rPr>
              <a:t>.add(transaction)</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    }</a:t>
            </a:r>
            <a:br>
              <a:rPr kumimoji="0" lang="en-US" altLang="en-US" sz="1600" b="0" i="0" u="none" strike="noStrike" cap="none" normalizeH="0" baseline="0" dirty="0">
                <a:ln>
                  <a:noFill/>
                </a:ln>
                <a:solidFill>
                  <a:srgbClr val="BCBEC4"/>
                </a:solidFill>
                <a:effectLst/>
                <a:latin typeface="JetBrains Mono"/>
              </a:rPr>
            </a:br>
            <a:r>
              <a:rPr kumimoji="0" lang="en-US" altLang="en-US" sz="1600" b="0" i="0" u="none" strike="noStrike" cap="none" normalizeH="0" baseline="0" dirty="0">
                <a:ln>
                  <a:noFill/>
                </a:ln>
                <a:solidFill>
                  <a:srgbClr val="BCBEC4"/>
                </a:solidFill>
                <a:effectLst/>
                <a:latin typeface="JetBrains Mono"/>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12" name="TextBox 11">
            <a:extLst>
              <a:ext uri="{FF2B5EF4-FFF2-40B4-BE49-F238E27FC236}">
                <a16:creationId xmlns:a16="http://schemas.microsoft.com/office/drawing/2014/main" id="{32ED1BAB-2D52-CFF0-A02E-ECB0DD6F7A82}"/>
              </a:ext>
            </a:extLst>
          </p:cNvPr>
          <p:cNvSpPr txBox="1"/>
          <p:nvPr/>
        </p:nvSpPr>
        <p:spPr>
          <a:xfrm>
            <a:off x="7976937" y="1230234"/>
            <a:ext cx="3982451" cy="3785652"/>
          </a:xfrm>
          <a:prstGeom prst="rect">
            <a:avLst/>
          </a:prstGeom>
          <a:noFill/>
        </p:spPr>
        <p:txBody>
          <a:bodyPr wrap="square" rtlCol="0">
            <a:spAutoFit/>
          </a:bodyPr>
          <a:lstStyle/>
          <a:p>
            <a:r>
              <a:rPr lang="en-AU" sz="1600" u="sng" dirty="0"/>
              <a:t>List</a:t>
            </a:r>
            <a:r>
              <a:rPr lang="en-AU" sz="1600" dirty="0"/>
              <a:t> is a </a:t>
            </a:r>
            <a:r>
              <a:rPr lang="en-AU" sz="1600" dirty="0">
                <a:hlinkClick r:id="rId2"/>
              </a:rPr>
              <a:t>collection type in Kotlin</a:t>
            </a:r>
            <a:r>
              <a:rPr lang="en-AU" sz="1600" dirty="0"/>
              <a:t>.</a:t>
            </a:r>
          </a:p>
          <a:p>
            <a:endParaRPr lang="en-AU" sz="1600" dirty="0"/>
          </a:p>
          <a:p>
            <a:r>
              <a:rPr lang="en-US" sz="1600" dirty="0"/>
              <a:t>A collection usually contains a number of objects of the same type (and its subtypes). Objects in a collection are called </a:t>
            </a:r>
            <a:r>
              <a:rPr lang="en-US" sz="1600" i="1" dirty="0"/>
              <a:t>elements</a:t>
            </a:r>
            <a:r>
              <a:rPr lang="en-US" sz="1600" dirty="0"/>
              <a:t> or </a:t>
            </a:r>
            <a:r>
              <a:rPr lang="en-US" sz="1600" i="1" dirty="0"/>
              <a:t>items</a:t>
            </a:r>
            <a:r>
              <a:rPr lang="en-US" sz="1600" dirty="0"/>
              <a:t>.</a:t>
            </a:r>
          </a:p>
          <a:p>
            <a:endParaRPr lang="en-US" sz="1600" dirty="0"/>
          </a:p>
          <a:p>
            <a:r>
              <a:rPr lang="en-US" sz="1600" dirty="0"/>
              <a:t>A collection type is different to an Array type because Kotlin provides methods to </a:t>
            </a:r>
            <a:r>
              <a:rPr lang="en-AU" sz="1600" dirty="0"/>
              <a:t>manipulate collections and the data that is not provided for Arrays.</a:t>
            </a:r>
            <a:br>
              <a:rPr lang="en-AU" sz="1600" dirty="0"/>
            </a:br>
            <a:br>
              <a:rPr lang="en-AU" sz="1600" dirty="0"/>
            </a:br>
            <a:r>
              <a:rPr lang="en-AU" sz="1600" dirty="0"/>
              <a:t>Array types are also immutable which means you cannot add items after the initialization.</a:t>
            </a:r>
          </a:p>
        </p:txBody>
      </p:sp>
    </p:spTree>
    <p:extLst>
      <p:ext uri="{BB962C8B-B14F-4D97-AF65-F5344CB8AC3E}">
        <p14:creationId xmlns:p14="http://schemas.microsoft.com/office/powerpoint/2010/main" val="17620631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443198"/>
          </a:xfrm>
        </p:spPr>
        <p:txBody>
          <a:bodyPr/>
          <a:lstStyle/>
          <a:p>
            <a:r>
              <a:rPr lang="en-US" dirty="0"/>
              <a:t>Exercise 9 : Use the for-each loop.</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4614110"/>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CF8E6D"/>
                </a:solidFill>
                <a:effectLst/>
                <a:latin typeface="JetBrains Mono"/>
              </a:rPr>
              <a:t>class </a:t>
            </a:r>
            <a:r>
              <a:rPr kumimoji="0" lang="en-US" altLang="en-US" sz="1400" b="0" i="0" u="none" strike="noStrike" cap="none" normalizeH="0" baseline="0" dirty="0">
                <a:ln>
                  <a:noFill/>
                </a:ln>
                <a:solidFill>
                  <a:srgbClr val="BCBEC4"/>
                </a:solidFill>
                <a:effectLst/>
                <a:latin typeface="JetBrains Mono"/>
              </a:rPr>
              <a:t>PersonalFinanceCalculator {</a:t>
            </a:r>
            <a:br>
              <a:rPr kumimoji="0" lang="en-US" altLang="en-US" sz="1400" b="0" i="0" u="none" strike="noStrike" cap="none" normalizeH="0" baseline="0" dirty="0">
                <a:ln>
                  <a:noFill/>
                </a:ln>
                <a:solidFill>
                  <a:srgbClr val="BCBEC4"/>
                </a:solidFill>
                <a:effectLst/>
                <a:latin typeface="JetBrains Mono"/>
              </a:rPr>
            </a:b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F8E6D"/>
                </a:solidFill>
                <a:effectLst/>
                <a:latin typeface="JetBrains Mono"/>
              </a:rPr>
              <a:t>val </a:t>
            </a:r>
            <a:r>
              <a:rPr kumimoji="0" lang="en-US" altLang="en-US" sz="1400" b="0" i="0" u="none" strike="noStrike" cap="none" normalizeH="0" baseline="0" dirty="0">
                <a:ln>
                  <a:noFill/>
                </a:ln>
                <a:solidFill>
                  <a:srgbClr val="C77DBB"/>
                </a:solidFill>
                <a:effectLst/>
                <a:latin typeface="JetBrains Mono"/>
              </a:rPr>
              <a:t>transactionList </a:t>
            </a:r>
            <a:r>
              <a:rPr kumimoji="0" lang="en-US" altLang="en-US" sz="1400" b="0" i="0" u="none" strike="noStrike" cap="none" normalizeH="0" baseline="0" dirty="0">
                <a:ln>
                  <a:noFill/>
                </a:ln>
                <a:solidFill>
                  <a:srgbClr val="BCBEC4"/>
                </a:solidFill>
                <a:effectLst/>
                <a:latin typeface="JetBrains Mono"/>
              </a:rPr>
              <a:t>= </a:t>
            </a:r>
            <a:r>
              <a:rPr kumimoji="0" lang="en-US" altLang="en-US" sz="1400" b="0" i="1" u="none" strike="noStrike" cap="none" normalizeH="0" baseline="0" dirty="0">
                <a:ln>
                  <a:noFill/>
                </a:ln>
                <a:solidFill>
                  <a:srgbClr val="BCBEC4"/>
                </a:solidFill>
                <a:effectLst/>
                <a:latin typeface="JetBrains Mono"/>
              </a:rPr>
              <a:t>mutableListOf</a:t>
            </a:r>
            <a:r>
              <a:rPr kumimoji="0" lang="en-US" altLang="en-US" sz="1400" b="0" i="0" u="none" strike="noStrike" cap="none" normalizeH="0" baseline="0" dirty="0">
                <a:ln>
                  <a:noFill/>
                </a:ln>
                <a:solidFill>
                  <a:srgbClr val="BCBEC4"/>
                </a:solidFill>
                <a:effectLst/>
                <a:latin typeface="JetBrains Mono"/>
              </a:rPr>
              <a:t>&lt;Transaction&gt;()</a:t>
            </a:r>
            <a:br>
              <a:rPr kumimoji="0" lang="en-US" altLang="en-US" sz="1400" b="0" i="0" u="none" strike="noStrike" cap="none" normalizeH="0" baseline="0" dirty="0">
                <a:ln>
                  <a:noFill/>
                </a:ln>
                <a:solidFill>
                  <a:srgbClr val="BCBEC4"/>
                </a:solidFill>
                <a:effectLst/>
                <a:latin typeface="JetBrains Mono"/>
              </a:rPr>
            </a:b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F8E6D"/>
                </a:solidFill>
                <a:effectLst/>
                <a:latin typeface="JetBrains Mono"/>
              </a:rPr>
              <a:t>fun </a:t>
            </a:r>
            <a:r>
              <a:rPr kumimoji="0" lang="en-US" altLang="en-US" sz="1400" b="0" i="0" u="none" strike="noStrike" cap="none" normalizeH="0" baseline="0" dirty="0">
                <a:ln>
                  <a:noFill/>
                </a:ln>
                <a:solidFill>
                  <a:srgbClr val="56A8F5"/>
                </a:solidFill>
                <a:effectLst/>
                <a:latin typeface="JetBrains Mono"/>
              </a:rPr>
              <a:t>printGreeting</a:t>
            </a:r>
            <a:r>
              <a:rPr kumimoji="0" lang="en-US" altLang="en-US" sz="1400" b="0" i="0" u="none" strike="noStrike" cap="none" normalizeH="0" baseline="0" dirty="0">
                <a:ln>
                  <a:noFill/>
                </a:ln>
                <a:solidFill>
                  <a:srgbClr val="BCBEC4"/>
                </a:solidFill>
                <a:effectLst/>
                <a:latin typeface="JetBrains Mono"/>
              </a:rPr>
              <a:t>() {</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1" u="none" strike="noStrike" cap="none" normalizeH="0" baseline="0" dirty="0">
                <a:ln>
                  <a:noFill/>
                </a:ln>
                <a:solidFill>
                  <a:srgbClr val="BCBEC4"/>
                </a:solidFill>
                <a:effectLst/>
                <a:latin typeface="JetBrains Mono"/>
              </a:rPr>
              <a:t>println</a:t>
            </a:r>
            <a:r>
              <a:rPr kumimoji="0" lang="en-US" altLang="en-US" sz="1400" b="0" i="0" u="none" strike="noStrike" cap="none" normalizeH="0" baseline="0" dirty="0">
                <a:ln>
                  <a:noFill/>
                </a:ln>
                <a:solidFill>
                  <a:srgbClr val="BCBEC4"/>
                </a:solidFill>
                <a:effectLst/>
                <a:latin typeface="JetBrains Mono"/>
              </a:rPr>
              <a:t>(</a:t>
            </a:r>
            <a:r>
              <a:rPr kumimoji="0" lang="en-US" altLang="en-US" sz="1400" b="0" i="0" u="none" strike="noStrike" cap="none" normalizeH="0" baseline="0" dirty="0">
                <a:ln>
                  <a:noFill/>
                </a:ln>
                <a:solidFill>
                  <a:srgbClr val="6AAB73"/>
                </a:solidFill>
                <a:effectLst/>
                <a:latin typeface="JetBrains Mono"/>
              </a:rPr>
              <a:t>"Greetings! I am your personal finance calculator."</a:t>
            </a:r>
            <a:r>
              <a:rPr kumimoji="0" lang="en-US" altLang="en-US" sz="1400" b="0" i="0" u="none" strike="noStrike" cap="none" normalizeH="0" baseline="0" dirty="0">
                <a:ln>
                  <a:noFill/>
                </a:ln>
                <a:solidFill>
                  <a:srgbClr val="BCBEC4"/>
                </a:solidFill>
                <a:effectLst/>
                <a:latin typeface="JetBrains Mono"/>
              </a:rPr>
              <a:t>)</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br>
              <a:rPr kumimoji="0" lang="en-US" altLang="en-US" sz="1400" b="0" i="0" u="none" strike="noStrike" cap="none" normalizeH="0" baseline="0" dirty="0">
                <a:ln>
                  <a:noFill/>
                </a:ln>
                <a:solidFill>
                  <a:srgbClr val="BCBEC4"/>
                </a:solidFill>
                <a:effectLst/>
                <a:latin typeface="JetBrains Mono"/>
              </a:rPr>
            </a:b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F8E6D"/>
                </a:solidFill>
                <a:effectLst/>
                <a:latin typeface="JetBrains Mono"/>
              </a:rPr>
              <a:t>fun </a:t>
            </a:r>
            <a:r>
              <a:rPr kumimoji="0" lang="en-US" altLang="en-US" sz="1400" b="0" i="0" u="none" strike="noStrike" cap="none" normalizeH="0" baseline="0" dirty="0">
                <a:ln>
                  <a:noFill/>
                </a:ln>
                <a:solidFill>
                  <a:srgbClr val="56A8F5"/>
                </a:solidFill>
                <a:effectLst/>
                <a:latin typeface="JetBrains Mono"/>
              </a:rPr>
              <a:t>saveTransaction</a:t>
            </a:r>
            <a:r>
              <a:rPr kumimoji="0" lang="en-US" altLang="en-US" sz="1400" b="0" i="0" u="none" strike="noStrike" cap="none" normalizeH="0" baseline="0" dirty="0">
                <a:ln>
                  <a:noFill/>
                </a:ln>
                <a:solidFill>
                  <a:srgbClr val="BCBEC4"/>
                </a:solidFill>
                <a:effectLst/>
                <a:latin typeface="JetBrains Mono"/>
              </a:rPr>
              <a:t>(transaction: Transaction) {</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77DBB"/>
                </a:solidFill>
                <a:effectLst/>
                <a:latin typeface="JetBrains Mono"/>
              </a:rPr>
              <a:t>transactionList</a:t>
            </a:r>
            <a:r>
              <a:rPr kumimoji="0" lang="en-US" altLang="en-US" sz="1400" b="0" i="0" u="none" strike="noStrike" cap="none" normalizeH="0" baseline="0" dirty="0">
                <a:ln>
                  <a:noFill/>
                </a:ln>
                <a:solidFill>
                  <a:srgbClr val="BCBEC4"/>
                </a:solidFill>
                <a:effectLst/>
                <a:latin typeface="JetBrains Mono"/>
              </a:rPr>
              <a:t>.add(transaction)</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br>
              <a:rPr kumimoji="0" lang="en-US" altLang="en-US" sz="1400" b="0" i="0" u="none" strike="noStrike" cap="none" normalizeH="0" baseline="0" dirty="0">
                <a:ln>
                  <a:noFill/>
                </a:ln>
                <a:solidFill>
                  <a:srgbClr val="BCBEC4"/>
                </a:solidFill>
                <a:effectLst/>
                <a:latin typeface="JetBrains Mono"/>
              </a:rPr>
            </a:b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F8E6D"/>
                </a:solidFill>
                <a:effectLst/>
                <a:latin typeface="JetBrains Mono"/>
              </a:rPr>
              <a:t>fun </a:t>
            </a:r>
            <a:r>
              <a:rPr kumimoji="0" lang="en-US" altLang="en-US" sz="1400" b="0" i="0" u="none" strike="noStrike" cap="none" normalizeH="0" baseline="0" dirty="0">
                <a:ln>
                  <a:noFill/>
                </a:ln>
                <a:solidFill>
                  <a:srgbClr val="56A8F5"/>
                </a:solidFill>
                <a:effectLst/>
                <a:latin typeface="JetBrains Mono"/>
              </a:rPr>
              <a:t>printAllTransactions</a:t>
            </a:r>
            <a:r>
              <a:rPr kumimoji="0" lang="en-US" altLang="en-US" sz="1400" b="0" i="0" u="none" strike="noStrike" cap="none" normalizeH="0" baseline="0" dirty="0">
                <a:ln>
                  <a:noFill/>
                </a:ln>
                <a:solidFill>
                  <a:srgbClr val="BCBEC4"/>
                </a:solidFill>
                <a:effectLst/>
                <a:latin typeface="JetBrains Mono"/>
              </a:rPr>
              <a:t>() {</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C77DBB"/>
                </a:solidFill>
                <a:effectLst/>
                <a:latin typeface="JetBrains Mono"/>
              </a:rPr>
              <a:t>transactionList</a:t>
            </a:r>
            <a:r>
              <a:rPr kumimoji="0" lang="en-US" altLang="en-US" sz="1400" b="0" i="0" u="none" strike="noStrike" cap="none" normalizeH="0" baseline="0" dirty="0">
                <a:ln>
                  <a:noFill/>
                </a:ln>
                <a:solidFill>
                  <a:srgbClr val="BCBEC4"/>
                </a:solidFill>
                <a:effectLst/>
                <a:latin typeface="JetBrains Mono"/>
              </a:rPr>
              <a:t>.</a:t>
            </a:r>
            <a:r>
              <a:rPr kumimoji="0" lang="en-US" altLang="en-US" sz="1400" b="0" i="1" u="none" strike="noStrike" cap="none" normalizeH="0" baseline="0" dirty="0">
                <a:ln>
                  <a:noFill/>
                </a:ln>
                <a:solidFill>
                  <a:srgbClr val="57AAF7"/>
                </a:solidFill>
                <a:effectLst/>
                <a:latin typeface="JetBrains Mono"/>
              </a:rPr>
              <a:t>forEach </a:t>
            </a:r>
            <a:r>
              <a:rPr kumimoji="0" lang="en-US" altLang="en-US" sz="1400" b="1" i="0" u="none" strike="noStrike" cap="none" normalizeH="0" baseline="0" dirty="0">
                <a:ln>
                  <a:noFill/>
                </a:ln>
                <a:solidFill>
                  <a:srgbClr val="BCBEC4"/>
                </a:solidFill>
                <a:effectLst/>
                <a:latin typeface="JetBrains Mono"/>
              </a:rPr>
              <a:t>{</a:t>
            </a:r>
            <a:br>
              <a:rPr kumimoji="0" lang="en-US" altLang="en-US" sz="1400" b="1" i="0" u="none" strike="noStrike" cap="none" normalizeH="0" baseline="0" dirty="0">
                <a:ln>
                  <a:noFill/>
                </a:ln>
                <a:solidFill>
                  <a:srgbClr val="BCBEC4"/>
                </a:solidFill>
                <a:effectLst/>
                <a:latin typeface="JetBrains Mono"/>
              </a:rPr>
            </a:br>
            <a:r>
              <a:rPr kumimoji="0" lang="en-US" altLang="en-US" sz="1400" b="1" i="0" u="none" strike="noStrike" cap="none" normalizeH="0" baseline="0" dirty="0">
                <a:ln>
                  <a:noFill/>
                </a:ln>
                <a:solidFill>
                  <a:srgbClr val="BCBEC4"/>
                </a:solidFill>
                <a:effectLst/>
                <a:latin typeface="JetBrains Mono"/>
              </a:rPr>
              <a:t>            </a:t>
            </a:r>
            <a:r>
              <a:rPr kumimoji="0" lang="en-US" altLang="en-US" sz="1400" b="0" i="1" u="none" strike="noStrike" cap="none" normalizeH="0" baseline="0" dirty="0">
                <a:ln>
                  <a:noFill/>
                </a:ln>
                <a:solidFill>
                  <a:srgbClr val="BCBEC4"/>
                </a:solidFill>
                <a:effectLst/>
                <a:latin typeface="JetBrains Mono"/>
              </a:rPr>
              <a:t>println</a:t>
            </a:r>
            <a:r>
              <a:rPr kumimoji="0" lang="en-US" altLang="en-US" sz="1400" b="0" i="0" u="none" strike="noStrike" cap="none" normalizeH="0" baseline="0" dirty="0">
                <a:ln>
                  <a:noFill/>
                </a:ln>
                <a:solidFill>
                  <a:srgbClr val="BCBEC4"/>
                </a:solidFill>
                <a:effectLst/>
                <a:latin typeface="JetBrains Mono"/>
              </a:rPr>
              <a:t>(</a:t>
            </a:r>
            <a:r>
              <a:rPr kumimoji="0" lang="en-US" altLang="en-US" sz="1400" b="0" i="0" u="none" strike="noStrike" cap="none" normalizeH="0" baseline="0" dirty="0">
                <a:ln>
                  <a:noFill/>
                </a:ln>
                <a:solidFill>
                  <a:srgbClr val="6AAB73"/>
                </a:solidFill>
                <a:effectLst/>
                <a:latin typeface="JetBrains Mono"/>
              </a:rPr>
              <a:t>"</a:t>
            </a:r>
            <a:r>
              <a:rPr kumimoji="0" lang="en-US" altLang="en-US" sz="1400" b="0" i="0" u="none" strike="noStrike" cap="none" normalizeH="0" baseline="0" dirty="0">
                <a:ln>
                  <a:noFill/>
                </a:ln>
                <a:solidFill>
                  <a:srgbClr val="CF8E6D"/>
                </a:solidFill>
                <a:effectLst/>
                <a:latin typeface="JetBrains Mono"/>
              </a:rPr>
              <a:t>${</a:t>
            </a:r>
            <a:r>
              <a:rPr kumimoji="0" lang="en-US" altLang="en-US" sz="1400" b="1" i="0" u="none" strike="noStrike" cap="none" normalizeH="0" baseline="0" dirty="0">
                <a:ln>
                  <a:noFill/>
                </a:ln>
                <a:solidFill>
                  <a:srgbClr val="BCBEC4"/>
                </a:solidFill>
                <a:effectLst/>
                <a:latin typeface="JetBrains Mono"/>
              </a:rPr>
              <a:t>it</a:t>
            </a:r>
            <a:r>
              <a:rPr kumimoji="0" lang="en-US" altLang="en-US" sz="1400" b="0" i="0" u="none" strike="noStrike" cap="none" normalizeH="0" baseline="0" dirty="0">
                <a:ln>
                  <a:noFill/>
                </a:ln>
                <a:solidFill>
                  <a:srgbClr val="BCBEC4"/>
                </a:solidFill>
                <a:effectLst/>
                <a:latin typeface="JetBrains Mono"/>
              </a:rPr>
              <a:t>.</a:t>
            </a:r>
            <a:r>
              <a:rPr kumimoji="0" lang="en-US" altLang="en-US" sz="1400" b="0" i="0" u="none" strike="noStrike" cap="none" normalizeH="0" baseline="0" dirty="0">
                <a:ln>
                  <a:noFill/>
                </a:ln>
                <a:solidFill>
                  <a:srgbClr val="C77DBB"/>
                </a:solidFill>
                <a:effectLst/>
                <a:latin typeface="JetBrains Mono"/>
              </a:rPr>
              <a:t>name</a:t>
            </a:r>
            <a:r>
              <a:rPr kumimoji="0" lang="en-US" altLang="en-US" sz="1400" b="0" i="0" u="none" strike="noStrike" cap="none" normalizeH="0" baseline="0" dirty="0">
                <a:ln>
                  <a:noFill/>
                </a:ln>
                <a:solidFill>
                  <a:srgbClr val="CF8E6D"/>
                </a:solidFill>
                <a:effectLst/>
                <a:latin typeface="JetBrains Mono"/>
              </a:rPr>
              <a:t>} </a:t>
            </a:r>
            <a:r>
              <a:rPr kumimoji="0" lang="en-US" altLang="en-US" sz="1400" b="0" i="0" u="none" strike="noStrike" cap="none" normalizeH="0" baseline="0" dirty="0">
                <a:ln>
                  <a:noFill/>
                </a:ln>
                <a:solidFill>
                  <a:srgbClr val="6AAB73"/>
                </a:solidFill>
                <a:effectLst/>
                <a:latin typeface="JetBrains Mono"/>
              </a:rPr>
              <a:t>$</a:t>
            </a:r>
            <a:r>
              <a:rPr kumimoji="0" lang="en-US" altLang="en-US" sz="1400" b="0" i="0" u="none" strike="noStrike" cap="none" normalizeH="0" baseline="0" dirty="0">
                <a:ln>
                  <a:noFill/>
                </a:ln>
                <a:solidFill>
                  <a:srgbClr val="CF8E6D"/>
                </a:solidFill>
                <a:effectLst/>
                <a:latin typeface="JetBrains Mono"/>
              </a:rPr>
              <a:t>${</a:t>
            </a:r>
            <a:r>
              <a:rPr kumimoji="0" lang="en-US" altLang="en-US" sz="1400" b="1" i="0" u="none" strike="noStrike" cap="none" normalizeH="0" baseline="0" dirty="0">
                <a:ln>
                  <a:noFill/>
                </a:ln>
                <a:solidFill>
                  <a:srgbClr val="BCBEC4"/>
                </a:solidFill>
                <a:effectLst/>
                <a:latin typeface="JetBrains Mono"/>
              </a:rPr>
              <a:t>it</a:t>
            </a:r>
            <a:r>
              <a:rPr kumimoji="0" lang="en-US" altLang="en-US" sz="1400" b="0" i="0" u="none" strike="noStrike" cap="none" normalizeH="0" baseline="0" dirty="0">
                <a:ln>
                  <a:noFill/>
                </a:ln>
                <a:solidFill>
                  <a:srgbClr val="BCBEC4"/>
                </a:solidFill>
                <a:effectLst/>
                <a:latin typeface="JetBrains Mono"/>
              </a:rPr>
              <a:t>.getValue()</a:t>
            </a:r>
            <a:r>
              <a:rPr kumimoji="0" lang="en-US" altLang="en-US" sz="1400" b="0" i="0" u="none" strike="noStrike" cap="none" normalizeH="0" baseline="0" dirty="0">
                <a:ln>
                  <a:noFill/>
                </a:ln>
                <a:solidFill>
                  <a:srgbClr val="CF8E6D"/>
                </a:solidFill>
                <a:effectLst/>
                <a:latin typeface="JetBrains Mono"/>
              </a:rPr>
              <a:t>}</a:t>
            </a:r>
            <a:r>
              <a:rPr kumimoji="0" lang="en-US" altLang="en-US" sz="1400" b="0" i="0" u="none" strike="noStrike" cap="none" normalizeH="0" baseline="0" dirty="0">
                <a:ln>
                  <a:noFill/>
                </a:ln>
                <a:solidFill>
                  <a:srgbClr val="6AAB73"/>
                </a:solidFill>
                <a:effectLst/>
                <a:latin typeface="JetBrains Mono"/>
              </a:rPr>
              <a:t>"</a:t>
            </a:r>
            <a:r>
              <a:rPr kumimoji="0" lang="en-US" altLang="en-US" sz="1400" b="0" i="0" u="none" strike="noStrike" cap="none" normalizeH="0" baseline="0" dirty="0">
                <a:ln>
                  <a:noFill/>
                </a:ln>
                <a:solidFill>
                  <a:srgbClr val="BCBEC4"/>
                </a:solidFill>
                <a:effectLst/>
                <a:latin typeface="JetBrains Mono"/>
              </a:rPr>
              <a:t>)</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        </a:t>
            </a:r>
            <a:r>
              <a:rPr kumimoji="0" lang="en-US" altLang="en-US" sz="1400" b="1" i="0" u="none" strike="noStrike" cap="none" normalizeH="0" baseline="0" dirty="0">
                <a:ln>
                  <a:noFill/>
                </a:ln>
                <a:solidFill>
                  <a:srgbClr val="BCBEC4"/>
                </a:solidFill>
                <a:effectLst/>
                <a:latin typeface="JetBrains Mono"/>
              </a:rPr>
              <a:t>}</a:t>
            </a:r>
            <a:br>
              <a:rPr kumimoji="0" lang="en-US" altLang="en-US" sz="1400" b="1" i="0" u="none" strike="noStrike" cap="none" normalizeH="0" baseline="0" dirty="0">
                <a:ln>
                  <a:noFill/>
                </a:ln>
                <a:solidFill>
                  <a:srgbClr val="BCBEC4"/>
                </a:solidFill>
                <a:effectLst/>
                <a:latin typeface="JetBrains Mono"/>
              </a:rPr>
            </a:br>
            <a:r>
              <a:rPr kumimoji="0" lang="en-US" altLang="en-US" sz="1400" b="1" i="0" u="none" strike="noStrike" cap="none" normalizeH="0" baseline="0" dirty="0">
                <a:ln>
                  <a:noFill/>
                </a:ln>
                <a:solidFill>
                  <a:srgbClr val="BCBEC4"/>
                </a:solidFill>
                <a:effectLst/>
                <a:latin typeface="JetBrains Mono"/>
              </a:rPr>
              <a:t>    </a:t>
            </a:r>
            <a:r>
              <a:rPr kumimoji="0" lang="en-US" altLang="en-US" sz="1400" b="0" i="0" u="none" strike="noStrike" cap="none" normalizeH="0" baseline="0" dirty="0">
                <a:ln>
                  <a:noFill/>
                </a:ln>
                <a:solidFill>
                  <a:srgbClr val="BCBEC4"/>
                </a:solidFill>
                <a:effectLst/>
                <a:latin typeface="JetBrains Mono"/>
              </a:rPr>
              <a:t>}</a:t>
            </a:r>
            <a:br>
              <a:rPr kumimoji="0" lang="en-US" altLang="en-US" sz="1400" b="0" i="0" u="none" strike="noStrike" cap="none" normalizeH="0" baseline="0" dirty="0">
                <a:ln>
                  <a:noFill/>
                </a:ln>
                <a:solidFill>
                  <a:srgbClr val="BCBEC4"/>
                </a:solidFill>
                <a:effectLst/>
                <a:latin typeface="JetBrains Mono"/>
              </a:rPr>
            </a:br>
            <a:r>
              <a:rPr kumimoji="0" lang="en-US" altLang="en-US" sz="1400" b="0" i="0" u="none" strike="noStrike" cap="none" normalizeH="0" baseline="0" dirty="0">
                <a:ln>
                  <a:noFill/>
                </a:ln>
                <a:solidFill>
                  <a:srgbClr val="BCBEC4"/>
                </a:solidFill>
                <a:effectLst/>
                <a:latin typeface="JetBrains Mono"/>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12" name="TextBox 11">
            <a:extLst>
              <a:ext uri="{FF2B5EF4-FFF2-40B4-BE49-F238E27FC236}">
                <a16:creationId xmlns:a16="http://schemas.microsoft.com/office/drawing/2014/main" id="{32ED1BAB-2D52-CFF0-A02E-ECB0DD6F7A82}"/>
              </a:ext>
            </a:extLst>
          </p:cNvPr>
          <p:cNvSpPr txBox="1"/>
          <p:nvPr/>
        </p:nvSpPr>
        <p:spPr>
          <a:xfrm>
            <a:off x="7976937" y="1230234"/>
            <a:ext cx="3982451" cy="830997"/>
          </a:xfrm>
          <a:prstGeom prst="rect">
            <a:avLst/>
          </a:prstGeom>
          <a:noFill/>
        </p:spPr>
        <p:txBody>
          <a:bodyPr wrap="square" rtlCol="0">
            <a:spAutoFit/>
          </a:bodyPr>
          <a:lstStyle/>
          <a:p>
            <a:r>
              <a:rPr lang="en-US" sz="1600" dirty="0"/>
              <a:t>The </a:t>
            </a:r>
            <a:r>
              <a:rPr lang="en-US" sz="1600" i="1" dirty="0" err="1"/>
              <a:t>forEach</a:t>
            </a:r>
            <a:r>
              <a:rPr lang="en-US" sz="1600" dirty="0"/>
              <a:t>() function </a:t>
            </a:r>
            <a:r>
              <a:rPr lang="en-US" sz="1600" i="1" dirty="0"/>
              <a:t>loops</a:t>
            </a:r>
            <a:r>
              <a:rPr lang="en-US" sz="1600" dirty="0"/>
              <a:t> across collections, doing the specified action </a:t>
            </a:r>
            <a:r>
              <a:rPr lang="en-US" sz="1600" i="1" dirty="0"/>
              <a:t>on each</a:t>
            </a:r>
            <a:r>
              <a:rPr lang="en-US" sz="1600" dirty="0"/>
              <a:t> element.</a:t>
            </a:r>
            <a:endParaRPr lang="en-AU" sz="1600" dirty="0"/>
          </a:p>
        </p:txBody>
      </p:sp>
    </p:spTree>
    <p:extLst>
      <p:ext uri="{BB962C8B-B14F-4D97-AF65-F5344CB8AC3E}">
        <p14:creationId xmlns:p14="http://schemas.microsoft.com/office/powerpoint/2010/main" val="4144860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757043D-3381-D945-AC46-FB1C1D18E5D0}"/>
              </a:ext>
            </a:extLst>
          </p:cNvPr>
          <p:cNvSpPr>
            <a:spLocks noGrp="1"/>
          </p:cNvSpPr>
          <p:nvPr>
            <p:ph type="ftr" sz="quarter" idx="11"/>
          </p:nvPr>
        </p:nvSpPr>
        <p:spPr/>
        <p:txBody>
          <a:bodyPr/>
          <a:lstStyle/>
          <a:p>
            <a:r>
              <a:rPr lang="en-US" dirty="0"/>
              <a:t>Getting Started with Mobile Application Development</a:t>
            </a:r>
          </a:p>
        </p:txBody>
      </p:sp>
      <p:sp>
        <p:nvSpPr>
          <p:cNvPr id="2" name="Title 1">
            <a:extLst>
              <a:ext uri="{FF2B5EF4-FFF2-40B4-BE49-F238E27FC236}">
                <a16:creationId xmlns:a16="http://schemas.microsoft.com/office/drawing/2014/main" id="{F375BAED-D63D-694B-B6A8-555E3BB2B95C}"/>
              </a:ext>
            </a:extLst>
          </p:cNvPr>
          <p:cNvSpPr>
            <a:spLocks noGrp="1"/>
          </p:cNvSpPr>
          <p:nvPr>
            <p:ph type="title"/>
          </p:nvPr>
        </p:nvSpPr>
        <p:spPr>
          <a:xfrm>
            <a:off x="399737" y="343837"/>
            <a:ext cx="11559651" cy="443198"/>
          </a:xfrm>
        </p:spPr>
        <p:txBody>
          <a:bodyPr/>
          <a:lstStyle/>
          <a:p>
            <a:r>
              <a:rPr lang="en-US" dirty="0"/>
              <a:t>Exercise 10 : Use the when statement.</a:t>
            </a:r>
          </a:p>
        </p:txBody>
      </p:sp>
      <p:sp>
        <p:nvSpPr>
          <p:cNvPr id="3" name="Rectangle: Rounded Corners 2">
            <a:extLst>
              <a:ext uri="{FF2B5EF4-FFF2-40B4-BE49-F238E27FC236}">
                <a16:creationId xmlns:a16="http://schemas.microsoft.com/office/drawing/2014/main" id="{88D554AE-F6F7-4FE1-B9E3-C683CA020878}"/>
              </a:ext>
            </a:extLst>
          </p:cNvPr>
          <p:cNvSpPr/>
          <p:nvPr/>
        </p:nvSpPr>
        <p:spPr>
          <a:xfrm>
            <a:off x="399738" y="1221206"/>
            <a:ext cx="7405437" cy="4614110"/>
          </a:xfrm>
          <a:prstGeom prst="roundRect">
            <a:avLst/>
          </a:prstGeom>
          <a:solidFill>
            <a:schemeClr val="tx2">
              <a:lumMod val="75000"/>
              <a:lumOff val="25000"/>
              <a:alpha val="74902"/>
            </a:schemeClr>
          </a:solidFill>
          <a:ln/>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CF8E6D"/>
                </a:solidFill>
                <a:effectLst/>
                <a:latin typeface="JetBrains Mono"/>
              </a:rPr>
              <a:t>while</a:t>
            </a:r>
            <a:r>
              <a:rPr kumimoji="0" lang="en-US" altLang="en-US" sz="900" b="0" i="0" u="none" strike="noStrike" cap="none" normalizeH="0" baseline="0" dirty="0">
                <a:ln>
                  <a:noFill/>
                </a:ln>
                <a:solidFill>
                  <a:srgbClr val="BCBEC4"/>
                </a:solidFill>
                <a:effectLst/>
                <a:latin typeface="JetBrains Mono"/>
              </a:rPr>
              <a:t>(exit != </a:t>
            </a:r>
            <a:r>
              <a:rPr kumimoji="0" lang="en-US" altLang="en-US" sz="900" b="0" i="0" u="none" strike="noStrike" cap="none" normalizeH="0" baseline="0" dirty="0">
                <a:ln>
                  <a:noFill/>
                </a:ln>
                <a:solidFill>
                  <a:srgbClr val="6AAB73"/>
                </a:solidFill>
                <a:effectLst/>
                <a:latin typeface="JetBrains Mono"/>
              </a:rPr>
              <a:t>"yes"</a:t>
            </a:r>
            <a:r>
              <a:rPr kumimoji="0" lang="en-US" altLang="en-US" sz="900" b="0" i="0" u="none" strike="noStrike" cap="none" normalizeH="0" baseline="0" dirty="0">
                <a:ln>
                  <a:noFill/>
                </a:ln>
                <a:solidFill>
                  <a:srgbClr val="BCBEC4"/>
                </a:solidFill>
                <a:effectLst/>
                <a:latin typeface="JetBrains Mono"/>
              </a:rPr>
              <a:t>) {</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1" u="none" strike="noStrike" cap="none" normalizeH="0" baseline="0" dirty="0">
                <a:ln>
                  <a:noFill/>
                </a:ln>
                <a:solidFill>
                  <a:srgbClr val="BCBEC4"/>
                </a:solidFill>
                <a:effectLst/>
                <a:latin typeface="JetBrains Mono"/>
              </a:rPr>
              <a:t>println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a:t>
            </a:r>
            <a:r>
              <a:rPr kumimoji="0" lang="en-US" altLang="en-US" sz="900" b="0" i="0" u="none" strike="noStrike" cap="none" normalizeH="0" baseline="0" dirty="0">
                <a:ln>
                  <a:noFill/>
                </a:ln>
                <a:solidFill>
                  <a:srgbClr val="CF8E6D"/>
                </a:solidFill>
                <a:effectLst/>
                <a:latin typeface="JetBrains Mono"/>
              </a:rPr>
              <a:t>\n\n</a:t>
            </a:r>
            <a:r>
              <a:rPr kumimoji="0" lang="en-US" altLang="en-US" sz="900" b="0" i="0" u="none" strike="noStrike" cap="none" normalizeH="0" baseline="0" dirty="0">
                <a:ln>
                  <a:noFill/>
                </a:ln>
                <a:solidFill>
                  <a:srgbClr val="6AAB73"/>
                </a:solidFill>
                <a:effectLst/>
                <a:latin typeface="JetBrains Mono"/>
              </a:rPr>
              <a:t>Hi </a:t>
            </a:r>
            <a:r>
              <a:rPr kumimoji="0" lang="en-US" altLang="en-US" sz="900" b="0" i="0" u="none" strike="noStrike" cap="none" normalizeH="0" baseline="0" dirty="0">
                <a:ln>
                  <a:noFill/>
                </a:ln>
                <a:solidFill>
                  <a:srgbClr val="CF8E6D"/>
                </a:solidFill>
                <a:effectLst/>
                <a:latin typeface="JetBrains Mono"/>
              </a:rPr>
              <a:t>${</a:t>
            </a:r>
            <a:r>
              <a:rPr kumimoji="0" lang="en-US" altLang="en-US" sz="900" b="0" i="0" u="none" strike="noStrike" cap="none" normalizeH="0" baseline="0" dirty="0">
                <a:ln>
                  <a:noFill/>
                </a:ln>
                <a:solidFill>
                  <a:srgbClr val="BCBEC4"/>
                </a:solidFill>
                <a:effectLst/>
                <a:latin typeface="JetBrains Mono"/>
              </a:rPr>
              <a:t>person.</a:t>
            </a:r>
            <a:r>
              <a:rPr kumimoji="0" lang="en-US" altLang="en-US" sz="900" b="0" i="0" u="none" strike="noStrike" cap="none" normalizeH="0" baseline="0" dirty="0">
                <a:ln>
                  <a:noFill/>
                </a:ln>
                <a:solidFill>
                  <a:srgbClr val="C77DBB"/>
                </a:solidFill>
                <a:effectLst/>
                <a:latin typeface="JetBrains Mono"/>
              </a:rPr>
              <a:t>name</a:t>
            </a:r>
            <a:r>
              <a:rPr kumimoji="0" lang="en-US" altLang="en-US" sz="900" b="0" i="0" u="none" strike="noStrike" cap="none" normalizeH="0" baseline="0" dirty="0">
                <a:ln>
                  <a:noFill/>
                </a:ln>
                <a:solidFill>
                  <a:srgbClr val="CF8E6D"/>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 your current savings is $</a:t>
            </a:r>
            <a:r>
              <a:rPr kumimoji="0" lang="en-US" altLang="en-US" sz="900" b="0" i="0" u="none" strike="noStrike" cap="none" normalizeH="0" baseline="0" dirty="0">
                <a:ln>
                  <a:noFill/>
                </a:ln>
                <a:solidFill>
                  <a:srgbClr val="CF8E6D"/>
                </a:solidFill>
                <a:effectLst/>
                <a:latin typeface="JetBrains Mono"/>
              </a:rPr>
              <a:t>${</a:t>
            </a:r>
            <a:r>
              <a:rPr kumimoji="0" lang="en-US" altLang="en-US" sz="900" b="0" i="0" u="none" strike="noStrike" cap="none" normalizeH="0" baseline="0" dirty="0">
                <a:ln>
                  <a:noFill/>
                </a:ln>
                <a:solidFill>
                  <a:srgbClr val="BCBEC4"/>
                </a:solidFill>
                <a:effectLst/>
                <a:latin typeface="JetBrains Mono"/>
              </a:rPr>
              <a:t>person.</a:t>
            </a:r>
            <a:r>
              <a:rPr kumimoji="0" lang="en-US" altLang="en-US" sz="900" b="0" i="0" u="none" strike="noStrike" cap="none" normalizeH="0" baseline="0" dirty="0">
                <a:ln>
                  <a:noFill/>
                </a:ln>
                <a:solidFill>
                  <a:srgbClr val="C77DBB"/>
                </a:solidFill>
                <a:effectLst/>
                <a:latin typeface="JetBrains Mono"/>
              </a:rPr>
              <a:t>savings</a:t>
            </a:r>
            <a:r>
              <a:rPr kumimoji="0" lang="en-US" altLang="en-US" sz="900" b="0" i="0" u="none" strike="noStrike" cap="none" normalizeH="0" baseline="0" dirty="0">
                <a:ln>
                  <a:noFill/>
                </a:ln>
                <a:solidFill>
                  <a:srgbClr val="BCBEC4"/>
                </a:solidFill>
                <a:effectLst/>
                <a:latin typeface="JetBrains Mono"/>
              </a:rPr>
              <a:t>.plus(pfcInstance.</a:t>
            </a:r>
            <a:r>
              <a:rPr kumimoji="0" lang="en-US" altLang="en-US" sz="900" b="0" i="0" u="none" strike="noStrike" cap="none" normalizeH="0" baseline="0" dirty="0">
                <a:ln>
                  <a:noFill/>
                </a:ln>
                <a:solidFill>
                  <a:srgbClr val="C77DBB"/>
                </a:solidFill>
                <a:effectLst/>
                <a:latin typeface="JetBrains Mono"/>
              </a:rPr>
              <a:t>transactionList</a:t>
            </a:r>
            <a:r>
              <a:rPr kumimoji="0" lang="en-US" altLang="en-US" sz="900" b="0" i="0" u="none" strike="noStrike" cap="none" normalizeH="0" baseline="0" dirty="0">
                <a:ln>
                  <a:noFill/>
                </a:ln>
                <a:solidFill>
                  <a:srgbClr val="BCBEC4"/>
                </a:solidFill>
                <a:effectLst/>
                <a:latin typeface="JetBrains Mono"/>
              </a:rPr>
              <a:t>.</a:t>
            </a:r>
            <a:r>
              <a:rPr kumimoji="0" lang="en-US" altLang="en-US" sz="900" b="0" i="1" u="none" strike="noStrike" cap="none" normalizeH="0" baseline="0" dirty="0">
                <a:ln>
                  <a:noFill/>
                </a:ln>
                <a:solidFill>
                  <a:srgbClr val="57AAF7"/>
                </a:solidFill>
                <a:effectLst/>
                <a:latin typeface="JetBrains Mono"/>
              </a:rPr>
              <a:t>sumOf </a:t>
            </a:r>
            <a:r>
              <a:rPr kumimoji="0" lang="en-US" altLang="en-US" sz="900" b="1" i="0" u="none" strike="noStrike" cap="none" normalizeH="0" baseline="0" dirty="0">
                <a:ln>
                  <a:noFill/>
                </a:ln>
                <a:solidFill>
                  <a:srgbClr val="BCBEC4"/>
                </a:solidFill>
                <a:effectLst/>
                <a:latin typeface="JetBrains Mono"/>
              </a:rPr>
              <a:t>{ </a:t>
            </a:r>
            <a:br>
              <a:rPr kumimoji="0" lang="en-US" altLang="en-US" sz="900" b="1" i="0" u="none" strike="noStrike" cap="none" normalizeH="0" baseline="0" dirty="0">
                <a:ln>
                  <a:noFill/>
                </a:ln>
                <a:solidFill>
                  <a:srgbClr val="BCBEC4"/>
                </a:solidFill>
                <a:effectLst/>
                <a:latin typeface="JetBrains Mono"/>
              </a:rPr>
            </a:br>
            <a:r>
              <a:rPr kumimoji="0" lang="en-US" altLang="en-US" sz="900" b="1" i="0" u="none" strike="noStrike" cap="none" normalizeH="0" baseline="0" dirty="0">
                <a:ln>
                  <a:noFill/>
                </a:ln>
                <a:solidFill>
                  <a:srgbClr val="BCBEC4"/>
                </a:solidFill>
                <a:effectLst/>
                <a:latin typeface="JetBrains Mono"/>
              </a:rPr>
              <a:t>        it</a:t>
            </a:r>
            <a:r>
              <a:rPr kumimoji="0" lang="en-US" altLang="en-US" sz="900" b="0" i="0" u="none" strike="noStrike" cap="none" normalizeH="0" baseline="0" dirty="0">
                <a:ln>
                  <a:noFill/>
                </a:ln>
                <a:solidFill>
                  <a:srgbClr val="BCBEC4"/>
                </a:solidFill>
                <a:effectLst/>
                <a:latin typeface="JetBrains Mono"/>
              </a:rPr>
              <a:t>.getValue()</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1"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CF8E6D"/>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1" u="none" strike="noStrike" cap="none" normalizeH="0" baseline="0" dirty="0">
                <a:ln>
                  <a:noFill/>
                </a:ln>
                <a:solidFill>
                  <a:srgbClr val="BCBEC4"/>
                </a:solidFill>
                <a:effectLst/>
                <a:latin typeface="JetBrains Mono"/>
              </a:rPr>
              <a:t>println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"Describe your next transaction (text) : "</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CF8E6D"/>
                </a:solidFill>
                <a:effectLst/>
                <a:latin typeface="JetBrains Mono"/>
              </a:rPr>
              <a:t>val </a:t>
            </a:r>
            <a:r>
              <a:rPr kumimoji="0" lang="en-US" altLang="en-US" sz="900" b="0" i="0" u="none" strike="noStrike" cap="none" normalizeH="0" baseline="0" dirty="0">
                <a:ln>
                  <a:noFill/>
                </a:ln>
                <a:solidFill>
                  <a:srgbClr val="BCBEC4"/>
                </a:solidFill>
                <a:effectLst/>
                <a:latin typeface="JetBrains Mono"/>
              </a:rPr>
              <a:t>transactionDescription = </a:t>
            </a:r>
            <a:r>
              <a:rPr kumimoji="0" lang="en-US" altLang="en-US" sz="900" b="0" i="1" u="none" strike="noStrike" cap="none" normalizeH="0" baseline="0" dirty="0">
                <a:ln>
                  <a:noFill/>
                </a:ln>
                <a:solidFill>
                  <a:srgbClr val="BCBEC4"/>
                </a:solidFill>
                <a:effectLst/>
                <a:latin typeface="JetBrains Mono"/>
              </a:rPr>
              <a:t>readln</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1" u="none" strike="noStrike" cap="none" normalizeH="0" baseline="0" dirty="0">
                <a:ln>
                  <a:noFill/>
                </a:ln>
                <a:solidFill>
                  <a:srgbClr val="BCBEC4"/>
                </a:solidFill>
                <a:effectLst/>
                <a:latin typeface="JetBrains Mono"/>
              </a:rPr>
              <a:t>println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"What is the value of your next transaction (0.00) : "</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CF8E6D"/>
                </a:solidFill>
                <a:effectLst/>
                <a:latin typeface="JetBrains Mono"/>
              </a:rPr>
              <a:t>val </a:t>
            </a:r>
            <a:r>
              <a:rPr kumimoji="0" lang="en-US" altLang="en-US" sz="900" b="0" i="0" u="none" strike="noStrike" cap="none" normalizeH="0" baseline="0" dirty="0">
                <a:ln>
                  <a:noFill/>
                </a:ln>
                <a:solidFill>
                  <a:srgbClr val="BCBEC4"/>
                </a:solidFill>
                <a:effectLst/>
                <a:latin typeface="JetBrains Mono"/>
              </a:rPr>
              <a:t>transactionValue = </a:t>
            </a:r>
            <a:r>
              <a:rPr kumimoji="0" lang="en-US" altLang="en-US" sz="900" b="0" i="1" u="none" strike="noStrike" cap="none" normalizeH="0" baseline="0" dirty="0">
                <a:ln>
                  <a:noFill/>
                </a:ln>
                <a:solidFill>
                  <a:srgbClr val="BCBEC4"/>
                </a:solidFill>
                <a:effectLst/>
                <a:latin typeface="JetBrains Mono"/>
              </a:rPr>
              <a:t>readln</a:t>
            </a:r>
            <a:r>
              <a:rPr kumimoji="0" lang="en-US" altLang="en-US" sz="900" b="0" i="0" u="none" strike="noStrike" cap="none" normalizeH="0" baseline="0" dirty="0">
                <a:ln>
                  <a:noFill/>
                </a:ln>
                <a:solidFill>
                  <a:srgbClr val="BCBEC4"/>
                </a:solidFill>
                <a:effectLst/>
                <a:latin typeface="JetBrains Mono"/>
              </a:rPr>
              <a:t>().</a:t>
            </a:r>
            <a:r>
              <a:rPr kumimoji="0" lang="en-US" altLang="en-US" sz="900" b="0" i="1" u="none" strike="noStrike" cap="none" normalizeH="0" baseline="0" dirty="0">
                <a:ln>
                  <a:noFill/>
                </a:ln>
                <a:solidFill>
                  <a:srgbClr val="57AAF7"/>
                </a:solidFill>
                <a:effectLst/>
                <a:latin typeface="JetBrains Mono"/>
              </a:rPr>
              <a:t>toDouble</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1" u="none" strike="noStrike" cap="none" normalizeH="0" baseline="0" dirty="0">
                <a:ln>
                  <a:noFill/>
                </a:ln>
                <a:solidFill>
                  <a:srgbClr val="BCBEC4"/>
                </a:solidFill>
                <a:effectLst/>
                <a:latin typeface="JetBrains Mono"/>
              </a:rPr>
              <a:t>println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"Is this an income or expense ('</a:t>
            </a:r>
            <a:r>
              <a:rPr kumimoji="0" lang="en-US" altLang="en-US" sz="900" b="0" i="0" u="none" strike="noStrike" cap="none" normalizeH="0" baseline="0" dirty="0" err="1">
                <a:ln>
                  <a:noFill/>
                </a:ln>
                <a:solidFill>
                  <a:srgbClr val="6AAB73"/>
                </a:solidFill>
                <a:effectLst/>
                <a:latin typeface="JetBrains Mono"/>
              </a:rPr>
              <a:t>i</a:t>
            </a:r>
            <a:r>
              <a:rPr kumimoji="0" lang="en-US" altLang="en-US" sz="900" b="0" i="0" u="none" strike="noStrike" cap="none" normalizeH="0" baseline="0" dirty="0">
                <a:ln>
                  <a:noFill/>
                </a:ln>
                <a:solidFill>
                  <a:srgbClr val="6AAB73"/>
                </a:solidFill>
                <a:effectLst/>
                <a:latin typeface="JetBrains Mono"/>
              </a:rPr>
              <a:t>' for income, 'e' for expense): "</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CF8E6D"/>
                </a:solidFill>
                <a:effectLst/>
                <a:latin typeface="JetBrains Mono"/>
              </a:rPr>
              <a:t>when</a:t>
            </a:r>
            <a:r>
              <a:rPr kumimoji="0" lang="en-US" altLang="en-US" sz="900" b="0" i="0" u="none" strike="noStrike" cap="none" normalizeH="0" baseline="0" dirty="0">
                <a:ln>
                  <a:noFill/>
                </a:ln>
                <a:solidFill>
                  <a:srgbClr val="BCBEC4"/>
                </a:solidFill>
                <a:effectLst/>
                <a:latin typeface="JetBrains Mono"/>
              </a:rPr>
              <a:t>(</a:t>
            </a:r>
            <a:r>
              <a:rPr kumimoji="0" lang="en-US" altLang="en-US" sz="900" b="0" i="1" u="none" strike="noStrike" cap="none" normalizeH="0" baseline="0" dirty="0">
                <a:ln>
                  <a:noFill/>
                </a:ln>
                <a:solidFill>
                  <a:srgbClr val="BCBEC4"/>
                </a:solidFill>
                <a:effectLst/>
                <a:latin typeface="JetBrains Mono"/>
              </a:rPr>
              <a:t>readln</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6AAB73"/>
                </a:solidFill>
                <a:effectLst/>
                <a:latin typeface="JetBrains Mono"/>
              </a:rPr>
              <a:t>"</a:t>
            </a:r>
            <a:r>
              <a:rPr kumimoji="0" lang="en-US" altLang="en-US" sz="900" b="0" i="0" u="none" strike="noStrike" cap="none" normalizeH="0" baseline="0" dirty="0" err="1">
                <a:ln>
                  <a:noFill/>
                </a:ln>
                <a:solidFill>
                  <a:srgbClr val="6AAB73"/>
                </a:solidFill>
                <a:effectLst/>
                <a:latin typeface="JetBrains Mono"/>
              </a:rPr>
              <a:t>i</a:t>
            </a:r>
            <a:r>
              <a:rPr kumimoji="0" lang="en-US" altLang="en-US" sz="900" b="0" i="0" u="none" strike="noStrike" cap="none" normalizeH="0" baseline="0" dirty="0">
                <a:ln>
                  <a:noFill/>
                </a:ln>
                <a:solidFill>
                  <a:srgbClr val="6AAB73"/>
                </a:solidFill>
                <a:effectLst/>
                <a:latin typeface="JetBrains Mono"/>
              </a:rPr>
              <a:t>" </a:t>
            </a:r>
            <a:r>
              <a:rPr kumimoji="0" lang="en-US" altLang="en-US" sz="900" b="0" i="0" u="none" strike="noStrike" cap="none" normalizeH="0" baseline="0" dirty="0">
                <a:ln>
                  <a:noFill/>
                </a:ln>
                <a:solidFill>
                  <a:srgbClr val="BCBEC4"/>
                </a:solidFill>
                <a:effectLst/>
                <a:latin typeface="JetBrains Mono"/>
              </a:rPr>
              <a:t>-&gt; pfcInstance.saveTransaction(Income(transactionDescription, transactionValue))</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6AAB73"/>
                </a:solidFill>
                <a:effectLst/>
                <a:latin typeface="JetBrains Mono"/>
              </a:rPr>
              <a:t>"e" </a:t>
            </a:r>
            <a:r>
              <a:rPr kumimoji="0" lang="en-US" altLang="en-US" sz="900" b="0" i="0" u="none" strike="noStrike" cap="none" normalizeH="0" baseline="0" dirty="0">
                <a:ln>
                  <a:noFill/>
                </a:ln>
                <a:solidFill>
                  <a:srgbClr val="BCBEC4"/>
                </a:solidFill>
                <a:effectLst/>
                <a:latin typeface="JetBrains Mono"/>
              </a:rPr>
              <a:t>-&gt; pfcInstance.saveTransaction(Expense(transactionDescription, transactionValue))</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CF8E6D"/>
                </a:solidFill>
                <a:effectLst/>
                <a:latin typeface="JetBrains Mono"/>
              </a:rPr>
              <a:t>else </a:t>
            </a:r>
            <a:r>
              <a:rPr kumimoji="0" lang="en-US" altLang="en-US" sz="900" b="0" i="0" u="none" strike="noStrike" cap="none" normalizeH="0" baseline="0" dirty="0">
                <a:ln>
                  <a:noFill/>
                </a:ln>
                <a:solidFill>
                  <a:srgbClr val="BCBEC4"/>
                </a:solidFill>
                <a:effectLst/>
                <a:latin typeface="JetBrains Mono"/>
              </a:rPr>
              <a:t>-&gt; </a:t>
            </a:r>
            <a:r>
              <a:rPr kumimoji="0" lang="en-US" altLang="en-US" sz="900" b="0" i="1" u="none" strike="noStrike" cap="none" normalizeH="0" baseline="0" dirty="0">
                <a:ln>
                  <a:noFill/>
                </a:ln>
                <a:solidFill>
                  <a:srgbClr val="BCBEC4"/>
                </a:solidFill>
                <a:effectLst/>
                <a:latin typeface="JetBrains Mono"/>
              </a:rPr>
              <a:t>println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"Incorrect entry"</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br>
              <a:rPr kumimoji="0" lang="en-US" altLang="en-US" sz="900" b="0" i="0" u="none" strike="noStrike" cap="none" normalizeH="0" baseline="0" dirty="0">
                <a:ln>
                  <a:noFill/>
                </a:ln>
                <a:solidFill>
                  <a:srgbClr val="BCBEC4"/>
                </a:solidFill>
                <a:effectLst/>
                <a:latin typeface="JetBrains Mono"/>
              </a:rPr>
            </a:b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1" u="none" strike="noStrike" cap="none" normalizeH="0" baseline="0" dirty="0">
                <a:ln>
                  <a:noFill/>
                </a:ln>
                <a:solidFill>
                  <a:srgbClr val="BCBEC4"/>
                </a:solidFill>
                <a:effectLst/>
                <a:latin typeface="JetBrains Mono"/>
              </a:rPr>
              <a:t>println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a:t>
            </a:r>
            <a:r>
              <a:rPr kumimoji="0" lang="en-US" altLang="en-US" sz="900" b="0" i="0" u="none" strike="noStrike" cap="none" normalizeH="0" baseline="0" dirty="0">
                <a:ln>
                  <a:noFill/>
                </a:ln>
                <a:solidFill>
                  <a:srgbClr val="CF8E6D"/>
                </a:solidFill>
                <a:effectLst/>
                <a:latin typeface="JetBrains Mono"/>
              </a:rPr>
              <a:t>\n</a:t>
            </a:r>
            <a:r>
              <a:rPr kumimoji="0" lang="en-US" altLang="en-US" sz="900" b="0" i="0" u="none" strike="noStrike" cap="none" normalizeH="0" baseline="0" dirty="0">
                <a:ln>
                  <a:noFill/>
                </a:ln>
                <a:solidFill>
                  <a:srgbClr val="6AAB73"/>
                </a:solidFill>
                <a:effectLst/>
                <a:latin typeface="JetBrains Mono"/>
              </a:rPr>
              <a:t>Do you wish to see a list of all your transactions ? ('y' or 'n'): "</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CF8E6D"/>
                </a:solidFill>
                <a:effectLst/>
                <a:latin typeface="JetBrains Mono"/>
              </a:rPr>
              <a:t>when</a:t>
            </a:r>
            <a:r>
              <a:rPr kumimoji="0" lang="en-US" altLang="en-US" sz="900" b="0" i="0" u="none" strike="noStrike" cap="none" normalizeH="0" baseline="0" dirty="0">
                <a:ln>
                  <a:noFill/>
                </a:ln>
                <a:solidFill>
                  <a:srgbClr val="BCBEC4"/>
                </a:solidFill>
                <a:effectLst/>
                <a:latin typeface="JetBrains Mono"/>
              </a:rPr>
              <a:t>(</a:t>
            </a:r>
            <a:r>
              <a:rPr kumimoji="0" lang="en-US" altLang="en-US" sz="900" b="0" i="1" u="none" strike="noStrike" cap="none" normalizeH="0" baseline="0" dirty="0">
                <a:ln>
                  <a:noFill/>
                </a:ln>
                <a:solidFill>
                  <a:srgbClr val="BCBEC4"/>
                </a:solidFill>
                <a:effectLst/>
                <a:latin typeface="JetBrains Mono"/>
              </a:rPr>
              <a:t>readln</a:t>
            </a:r>
            <a:r>
              <a:rPr kumimoji="0" lang="en-US" altLang="en-US" sz="900" b="0" i="0" u="none" strike="noStrike" cap="none" normalizeH="0" baseline="0" dirty="0">
                <a:ln>
                  <a:noFill/>
                </a:ln>
                <a:solidFill>
                  <a:srgbClr val="BCBEC4"/>
                </a:solidFill>
                <a:effectLst/>
                <a:latin typeface="JetBrains Mono"/>
              </a:rPr>
              <a:t>()) {</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6AAB73"/>
                </a:solidFill>
                <a:effectLst/>
                <a:latin typeface="JetBrains Mono"/>
              </a:rPr>
              <a:t>"y"</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"yes" </a:t>
            </a:r>
            <a:r>
              <a:rPr kumimoji="0" lang="en-US" altLang="en-US" sz="900" b="0" i="0" u="none" strike="noStrike" cap="none" normalizeH="0" baseline="0" dirty="0">
                <a:ln>
                  <a:noFill/>
                </a:ln>
                <a:solidFill>
                  <a:srgbClr val="BCBEC4"/>
                </a:solidFill>
                <a:effectLst/>
                <a:latin typeface="JetBrains Mono"/>
              </a:rPr>
              <a:t>-&gt; {</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pfcInstance.printAllTransactions()</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1" u="none" strike="noStrike" cap="none" normalizeH="0" baseline="0" dirty="0">
                <a:ln>
                  <a:noFill/>
                </a:ln>
                <a:solidFill>
                  <a:srgbClr val="BCBEC4"/>
                </a:solidFill>
                <a:effectLst/>
                <a:latin typeface="JetBrains Mono"/>
              </a:rPr>
              <a:t>println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a:t>
            </a:r>
            <a:r>
              <a:rPr kumimoji="0" lang="en-US" altLang="en-US" sz="900" b="0" i="0" u="none" strike="noStrike" cap="none" normalizeH="0" baseline="0" dirty="0">
                <a:ln>
                  <a:noFill/>
                </a:ln>
                <a:solidFill>
                  <a:srgbClr val="CF8E6D"/>
                </a:solidFill>
                <a:effectLst/>
                <a:latin typeface="JetBrains Mono"/>
              </a:rPr>
              <a:t>\n</a:t>
            </a:r>
            <a:r>
              <a:rPr kumimoji="0" lang="en-US" altLang="en-US" sz="900" b="0" i="0" u="none" strike="noStrike" cap="none" normalizeH="0" baseline="0" dirty="0">
                <a:ln>
                  <a:noFill/>
                </a:ln>
                <a:solidFill>
                  <a:srgbClr val="6AAB73"/>
                </a:solidFill>
                <a:effectLst/>
                <a:latin typeface="JetBrains Mono"/>
              </a:rPr>
              <a:t>your current savings is $</a:t>
            </a:r>
            <a:r>
              <a:rPr kumimoji="0" lang="en-US" altLang="en-US" sz="900" b="0" i="0" u="none" strike="noStrike" cap="none" normalizeH="0" baseline="0" dirty="0">
                <a:ln>
                  <a:noFill/>
                </a:ln>
                <a:solidFill>
                  <a:srgbClr val="CF8E6D"/>
                </a:solidFill>
                <a:effectLst/>
                <a:latin typeface="JetBrains Mono"/>
              </a:rPr>
              <a:t>${</a:t>
            </a:r>
            <a:r>
              <a:rPr kumimoji="0" lang="en-US" altLang="en-US" sz="900" b="0" i="0" u="none" strike="noStrike" cap="none" normalizeH="0" baseline="0" dirty="0">
                <a:ln>
                  <a:noFill/>
                </a:ln>
                <a:solidFill>
                  <a:srgbClr val="BCBEC4"/>
                </a:solidFill>
                <a:effectLst/>
                <a:latin typeface="JetBrains Mono"/>
              </a:rPr>
              <a:t>person.</a:t>
            </a:r>
            <a:r>
              <a:rPr kumimoji="0" lang="en-US" altLang="en-US" sz="900" b="0" i="0" u="none" strike="noStrike" cap="none" normalizeH="0" baseline="0" dirty="0">
                <a:ln>
                  <a:noFill/>
                </a:ln>
                <a:solidFill>
                  <a:srgbClr val="C77DBB"/>
                </a:solidFill>
                <a:effectLst/>
                <a:latin typeface="JetBrains Mono"/>
              </a:rPr>
              <a:t>savings</a:t>
            </a:r>
            <a:r>
              <a:rPr kumimoji="0" lang="en-US" altLang="en-US" sz="900" b="0" i="0" u="none" strike="noStrike" cap="none" normalizeH="0" baseline="0" dirty="0">
                <a:ln>
                  <a:noFill/>
                </a:ln>
                <a:solidFill>
                  <a:srgbClr val="BCBEC4"/>
                </a:solidFill>
                <a:effectLst/>
                <a:latin typeface="JetBrains Mono"/>
              </a:rPr>
              <a:t>.plus(pfcInstance.</a:t>
            </a:r>
            <a:r>
              <a:rPr kumimoji="0" lang="en-US" altLang="en-US" sz="900" b="0" i="0" u="none" strike="noStrike" cap="none" normalizeH="0" baseline="0" dirty="0">
                <a:ln>
                  <a:noFill/>
                </a:ln>
                <a:solidFill>
                  <a:srgbClr val="C77DBB"/>
                </a:solidFill>
                <a:effectLst/>
                <a:latin typeface="JetBrains Mono"/>
              </a:rPr>
              <a:t>transactionList</a:t>
            </a:r>
            <a:r>
              <a:rPr kumimoji="0" lang="en-US" altLang="en-US" sz="900" b="0" i="0" u="none" strike="noStrike" cap="none" normalizeH="0" baseline="0" dirty="0">
                <a:ln>
                  <a:noFill/>
                </a:ln>
                <a:solidFill>
                  <a:srgbClr val="BCBEC4"/>
                </a:solidFill>
                <a:effectLst/>
                <a:latin typeface="JetBrains Mono"/>
              </a:rPr>
              <a:t>.</a:t>
            </a:r>
            <a:r>
              <a:rPr kumimoji="0" lang="en-US" altLang="en-US" sz="900" b="0" i="1" u="none" strike="noStrike" cap="none" normalizeH="0" baseline="0" dirty="0">
                <a:ln>
                  <a:noFill/>
                </a:ln>
                <a:solidFill>
                  <a:srgbClr val="57AAF7"/>
                </a:solidFill>
                <a:effectLst/>
                <a:latin typeface="JetBrains Mono"/>
              </a:rPr>
              <a:t>sumOf </a:t>
            </a:r>
            <a:r>
              <a:rPr kumimoji="0" lang="en-US" altLang="en-US" sz="900" b="1" i="0" u="none" strike="noStrike" cap="none" normalizeH="0" baseline="0" dirty="0">
                <a:ln>
                  <a:noFill/>
                </a:ln>
                <a:solidFill>
                  <a:srgbClr val="BCBEC4"/>
                </a:solidFill>
                <a:effectLst/>
                <a:latin typeface="JetBrains Mono"/>
              </a:rPr>
              <a:t>{ it</a:t>
            </a:r>
            <a:r>
              <a:rPr kumimoji="0" lang="en-US" altLang="en-US" sz="900" b="0" i="0" u="none" strike="noStrike" cap="none" normalizeH="0" baseline="0" dirty="0">
                <a:ln>
                  <a:noFill/>
                </a:ln>
                <a:solidFill>
                  <a:srgbClr val="BCBEC4"/>
                </a:solidFill>
                <a:effectLst/>
                <a:latin typeface="JetBrains Mono"/>
              </a:rPr>
              <a:t>.getValue() </a:t>
            </a:r>
            <a:r>
              <a:rPr kumimoji="0" lang="en-US" altLang="en-US" sz="900" b="1"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CF8E6D"/>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6AAB73"/>
                </a:solidFill>
                <a:effectLst/>
                <a:latin typeface="JetBrains Mono"/>
              </a:rPr>
              <a:t>"n"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"no" </a:t>
            </a:r>
            <a:r>
              <a:rPr kumimoji="0" lang="en-US" altLang="en-US" sz="900" b="0" i="0" u="none" strike="noStrike" cap="none" normalizeH="0" baseline="0" dirty="0">
                <a:ln>
                  <a:noFill/>
                </a:ln>
                <a:solidFill>
                  <a:srgbClr val="BCBEC4"/>
                </a:solidFill>
                <a:effectLst/>
                <a:latin typeface="JetBrains Mono"/>
              </a:rPr>
              <a:t>-&gt; {}</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0" u="none" strike="noStrike" cap="none" normalizeH="0" baseline="0" dirty="0">
                <a:ln>
                  <a:noFill/>
                </a:ln>
                <a:solidFill>
                  <a:srgbClr val="CF8E6D"/>
                </a:solidFill>
                <a:effectLst/>
                <a:latin typeface="JetBrains Mono"/>
              </a:rPr>
              <a:t>else </a:t>
            </a:r>
            <a:r>
              <a:rPr kumimoji="0" lang="en-US" altLang="en-US" sz="900" b="0" i="0" u="none" strike="noStrike" cap="none" normalizeH="0" baseline="0" dirty="0">
                <a:ln>
                  <a:noFill/>
                </a:ln>
                <a:solidFill>
                  <a:srgbClr val="BCBEC4"/>
                </a:solidFill>
                <a:effectLst/>
                <a:latin typeface="JetBrains Mono"/>
              </a:rPr>
              <a:t>-&gt; </a:t>
            </a:r>
            <a:r>
              <a:rPr kumimoji="0" lang="en-US" altLang="en-US" sz="900" b="0" i="1" u="none" strike="noStrike" cap="none" normalizeH="0" baseline="0" dirty="0">
                <a:ln>
                  <a:noFill/>
                </a:ln>
                <a:solidFill>
                  <a:srgbClr val="BCBEC4"/>
                </a:solidFill>
                <a:effectLst/>
                <a:latin typeface="JetBrains Mono"/>
              </a:rPr>
              <a:t>println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"Incorrect entry"</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br>
              <a:rPr kumimoji="0" lang="en-US" altLang="en-US" sz="900" b="0" i="0" u="none" strike="noStrike" cap="none" normalizeH="0" baseline="0" dirty="0">
                <a:ln>
                  <a:noFill/>
                </a:ln>
                <a:solidFill>
                  <a:srgbClr val="BCBEC4"/>
                </a:solidFill>
                <a:effectLst/>
                <a:latin typeface="JetBrains Mono"/>
              </a:rPr>
            </a:b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a:t>
            </a:r>
            <a:r>
              <a:rPr kumimoji="0" lang="en-US" altLang="en-US" sz="900" b="0" i="1" u="none" strike="noStrike" cap="none" normalizeH="0" baseline="0" dirty="0">
                <a:ln>
                  <a:noFill/>
                </a:ln>
                <a:solidFill>
                  <a:srgbClr val="BCBEC4"/>
                </a:solidFill>
                <a:effectLst/>
                <a:latin typeface="JetBrains Mono"/>
              </a:rPr>
              <a:t>println</a:t>
            </a:r>
            <a:r>
              <a:rPr kumimoji="0" lang="en-US" altLang="en-US" sz="900" b="0" i="0" u="none" strike="noStrike" cap="none" normalizeH="0" baseline="0" dirty="0">
                <a:ln>
                  <a:noFill/>
                </a:ln>
                <a:solidFill>
                  <a:srgbClr val="BCBEC4"/>
                </a:solidFill>
                <a:effectLst/>
                <a:latin typeface="JetBrains Mono"/>
              </a:rPr>
              <a:t>(</a:t>
            </a:r>
            <a:r>
              <a:rPr kumimoji="0" lang="en-US" altLang="en-US" sz="900" b="0" i="0" u="none" strike="noStrike" cap="none" normalizeH="0" baseline="0" dirty="0">
                <a:ln>
                  <a:noFill/>
                </a:ln>
                <a:solidFill>
                  <a:srgbClr val="6AAB73"/>
                </a:solidFill>
                <a:effectLst/>
                <a:latin typeface="JetBrains Mono"/>
              </a:rPr>
              <a:t>"</a:t>
            </a:r>
            <a:r>
              <a:rPr kumimoji="0" lang="en-US" altLang="en-US" sz="900" b="0" i="0" u="none" strike="noStrike" cap="none" normalizeH="0" baseline="0" dirty="0">
                <a:ln>
                  <a:noFill/>
                </a:ln>
                <a:solidFill>
                  <a:srgbClr val="CF8E6D"/>
                </a:solidFill>
                <a:effectLst/>
                <a:latin typeface="JetBrains Mono"/>
              </a:rPr>
              <a:t>\n</a:t>
            </a:r>
            <a:r>
              <a:rPr kumimoji="0" lang="en-US" altLang="en-US" sz="900" b="0" i="0" u="none" strike="noStrike" cap="none" normalizeH="0" baseline="0" dirty="0">
                <a:ln>
                  <a:noFill/>
                </a:ln>
                <a:solidFill>
                  <a:srgbClr val="6AAB73"/>
                </a:solidFill>
                <a:effectLst/>
                <a:latin typeface="JetBrains Mono"/>
              </a:rPr>
              <a:t>Do you wish to exit ('yes' to exit): "</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    exit = </a:t>
            </a:r>
            <a:r>
              <a:rPr kumimoji="0" lang="en-US" altLang="en-US" sz="900" b="0" i="1" u="none" strike="noStrike" cap="none" normalizeH="0" baseline="0" dirty="0">
                <a:ln>
                  <a:noFill/>
                </a:ln>
                <a:solidFill>
                  <a:srgbClr val="BCBEC4"/>
                </a:solidFill>
                <a:effectLst/>
                <a:latin typeface="JetBrains Mono"/>
              </a:rPr>
              <a:t>readln</a:t>
            </a:r>
            <a:r>
              <a:rPr kumimoji="0" lang="en-US" altLang="en-US" sz="900" b="0" i="0" u="none" strike="noStrike" cap="none" normalizeH="0" baseline="0" dirty="0">
                <a:ln>
                  <a:noFill/>
                </a:ln>
                <a:solidFill>
                  <a:srgbClr val="BCBEC4"/>
                </a:solidFill>
                <a:effectLst/>
                <a:latin typeface="JetBrains Mono"/>
              </a:rPr>
              <a:t>()</a:t>
            </a:r>
            <a:br>
              <a:rPr kumimoji="0" lang="en-US" altLang="en-US" sz="900" b="0" i="0" u="none" strike="noStrike" cap="none" normalizeH="0" baseline="0" dirty="0">
                <a:ln>
                  <a:noFill/>
                </a:ln>
                <a:solidFill>
                  <a:srgbClr val="BCBEC4"/>
                </a:solidFill>
                <a:effectLst/>
                <a:latin typeface="JetBrains Mono"/>
              </a:rPr>
            </a:br>
            <a:r>
              <a:rPr kumimoji="0" lang="en-US" altLang="en-US" sz="900" b="0" i="0" u="none" strike="noStrike" cap="none" normalizeH="0" baseline="0" dirty="0">
                <a:ln>
                  <a:noFill/>
                </a:ln>
                <a:solidFill>
                  <a:srgbClr val="BCBEC4"/>
                </a:solidFill>
                <a:effectLst/>
                <a:latin typeface="JetBrains Mono"/>
              </a:rPr>
              <a:t>}</a:t>
            </a:r>
            <a:endParaRPr kumimoji="0" lang="en-US" altLang="en-US" sz="900" b="0" i="0" u="none" strike="noStrike" cap="none" normalizeH="0" baseline="0" dirty="0">
              <a:ln>
                <a:noFill/>
              </a:ln>
              <a:solidFill>
                <a:schemeClr val="tx1"/>
              </a:solidFill>
              <a:effectLst/>
              <a:latin typeface="Arial" panose="020B0604020202020204" pitchFamily="34" charset="0"/>
            </a:endParaRPr>
          </a:p>
          <a:p>
            <a:endParaRPr kumimoji="0" lang="en-US" altLang="en-US" sz="2400" b="0" i="0" u="none" strike="noStrike" cap="none" normalizeH="0" baseline="0" dirty="0">
              <a:ln>
                <a:noFill/>
              </a:ln>
              <a:solidFill>
                <a:srgbClr val="BCBEC4"/>
              </a:solidFill>
              <a:effectLst/>
              <a:latin typeface="JetBrains Mono"/>
            </a:endParaRPr>
          </a:p>
          <a:p>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ctr"/>
            <a:endParaRPr lang="en-AU" dirty="0"/>
          </a:p>
        </p:txBody>
      </p:sp>
      <p:sp>
        <p:nvSpPr>
          <p:cNvPr id="12" name="TextBox 11">
            <a:extLst>
              <a:ext uri="{FF2B5EF4-FFF2-40B4-BE49-F238E27FC236}">
                <a16:creationId xmlns:a16="http://schemas.microsoft.com/office/drawing/2014/main" id="{32ED1BAB-2D52-CFF0-A02E-ECB0DD6F7A82}"/>
              </a:ext>
            </a:extLst>
          </p:cNvPr>
          <p:cNvSpPr txBox="1"/>
          <p:nvPr/>
        </p:nvSpPr>
        <p:spPr>
          <a:xfrm>
            <a:off x="7976937" y="1230234"/>
            <a:ext cx="3982451" cy="2554545"/>
          </a:xfrm>
          <a:prstGeom prst="rect">
            <a:avLst/>
          </a:prstGeom>
          <a:noFill/>
        </p:spPr>
        <p:txBody>
          <a:bodyPr wrap="square" rtlCol="0">
            <a:spAutoFit/>
          </a:bodyPr>
          <a:lstStyle/>
          <a:p>
            <a:r>
              <a:rPr lang="en-US" sz="1600" dirty="0"/>
              <a:t>Replace the code inside the while loop of your main function and observe the behavior of the implementation.</a:t>
            </a:r>
          </a:p>
          <a:p>
            <a:endParaRPr lang="en-US" sz="1600" dirty="0"/>
          </a:p>
          <a:p>
            <a:r>
              <a:rPr lang="en-US" sz="1600" dirty="0">
                <a:hlinkClick r:id="rId2"/>
              </a:rPr>
              <a:t>When</a:t>
            </a:r>
            <a:r>
              <a:rPr lang="en-US" sz="1600" dirty="0"/>
              <a:t> is a conditional expression. It either matches a value in it’s different branches or it creates conditional execution depending on the expression provided.</a:t>
            </a:r>
          </a:p>
          <a:p>
            <a:endParaRPr lang="en-US" sz="1600" dirty="0"/>
          </a:p>
          <a:p>
            <a:endParaRPr lang="en-AU" sz="1600" dirty="0"/>
          </a:p>
        </p:txBody>
      </p:sp>
    </p:spTree>
    <p:extLst>
      <p:ext uri="{BB962C8B-B14F-4D97-AF65-F5344CB8AC3E}">
        <p14:creationId xmlns:p14="http://schemas.microsoft.com/office/powerpoint/2010/main" val="10582388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F0CB67-18D5-C762-D919-CFC81064E08B}"/>
              </a:ext>
            </a:extLst>
          </p:cNvPr>
          <p:cNvSpPr txBox="1">
            <a:spLocks/>
          </p:cNvSpPr>
          <p:nvPr/>
        </p:nvSpPr>
        <p:spPr>
          <a:xfrm>
            <a:off x="371008" y="321173"/>
            <a:ext cx="859028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latin typeface="+mj-lt"/>
              </a:rPr>
              <a:t>In this session we discussed …</a:t>
            </a:r>
          </a:p>
        </p:txBody>
      </p:sp>
      <p:sp>
        <p:nvSpPr>
          <p:cNvPr id="7" name="Content Placeholder 2">
            <a:extLst>
              <a:ext uri="{FF2B5EF4-FFF2-40B4-BE49-F238E27FC236}">
                <a16:creationId xmlns:a16="http://schemas.microsoft.com/office/drawing/2014/main" id="{B029FFE8-8D4F-BBED-B3C3-1627DE84C4C2}"/>
              </a:ext>
            </a:extLst>
          </p:cNvPr>
          <p:cNvSpPr txBox="1">
            <a:spLocks/>
          </p:cNvSpPr>
          <p:nvPr/>
        </p:nvSpPr>
        <p:spPr>
          <a:xfrm>
            <a:off x="371008" y="1393186"/>
            <a:ext cx="8610600" cy="4071628"/>
          </a:xfrm>
          <a:prstGeom prst="rect">
            <a:avLst/>
          </a:prstGeom>
        </p:spPr>
        <p:txBody>
          <a:bodyPr vert="horz" lIns="0" tIns="0" rIns="0" bIns="0" rtlCol="0">
            <a:normAutofit/>
          </a:bodyPr>
          <a:lst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bg1"/>
              </a:buClr>
            </a:pPr>
            <a:r>
              <a:rPr lang="en-US" b="0" dirty="0">
                <a:latin typeface="+mn-lt"/>
              </a:rPr>
              <a:t>The relevance of mobile application development in the current world of software.</a:t>
            </a:r>
          </a:p>
          <a:p>
            <a:pPr>
              <a:buClr>
                <a:schemeClr val="bg1"/>
              </a:buClr>
            </a:pPr>
            <a:r>
              <a:rPr lang="en-US" b="0" dirty="0">
                <a:latin typeface="+mn-lt"/>
              </a:rPr>
              <a:t>An overview of mobile application development, it’s history and current tools and frameworks utilized in the development process</a:t>
            </a:r>
          </a:p>
          <a:p>
            <a:pPr>
              <a:buClr>
                <a:schemeClr val="bg1"/>
              </a:buClr>
            </a:pPr>
            <a:r>
              <a:rPr lang="en-US" b="0" dirty="0">
                <a:latin typeface="+mn-lt"/>
              </a:rPr>
              <a:t>Introduction to Android development and it’s tools</a:t>
            </a:r>
          </a:p>
          <a:p>
            <a:pPr>
              <a:buClr>
                <a:schemeClr val="bg1"/>
              </a:buClr>
            </a:pPr>
            <a:r>
              <a:rPr lang="en-US" b="0" dirty="0">
                <a:latin typeface="+mn-lt"/>
              </a:rPr>
              <a:t>Git and Version control</a:t>
            </a:r>
          </a:p>
          <a:p>
            <a:pPr>
              <a:buClr>
                <a:schemeClr val="bg1"/>
              </a:buClr>
            </a:pPr>
            <a:r>
              <a:rPr lang="en-US" b="0" dirty="0">
                <a:latin typeface="+mn-lt"/>
              </a:rPr>
              <a:t>Android Studio IDE, It’s tools/button layout and basic functions</a:t>
            </a:r>
          </a:p>
          <a:p>
            <a:pPr>
              <a:buClr>
                <a:schemeClr val="bg1"/>
              </a:buClr>
            </a:pPr>
            <a:r>
              <a:rPr lang="en-US" b="0" dirty="0">
                <a:latin typeface="+mn-lt"/>
              </a:rPr>
              <a:t>Introduction to Kotlin, Learning Kotlin</a:t>
            </a:r>
          </a:p>
          <a:p>
            <a:pPr>
              <a:buClr>
                <a:schemeClr val="bg1"/>
              </a:buClr>
            </a:pPr>
            <a:r>
              <a:rPr lang="en-US" b="0" dirty="0">
                <a:latin typeface="+mn-lt"/>
              </a:rPr>
              <a:t>Kotlin Basics and Exercises.</a:t>
            </a:r>
          </a:p>
          <a:p>
            <a:pPr>
              <a:buClr>
                <a:schemeClr val="bg1"/>
              </a:buClr>
            </a:pPr>
            <a:endParaRPr lang="en-US" dirty="0"/>
          </a:p>
        </p:txBody>
      </p:sp>
      <p:sp>
        <p:nvSpPr>
          <p:cNvPr id="4" name="Footer Placeholder 3">
            <a:extLst>
              <a:ext uri="{FF2B5EF4-FFF2-40B4-BE49-F238E27FC236}">
                <a16:creationId xmlns:a16="http://schemas.microsoft.com/office/drawing/2014/main" id="{A53858B4-8863-779C-B33A-962DFC7E2173}"/>
              </a:ext>
            </a:extLst>
          </p:cNvPr>
          <p:cNvSpPr>
            <a:spLocks noGrp="1"/>
          </p:cNvSpPr>
          <p:nvPr>
            <p:ph type="ftr" sz="quarter" idx="11"/>
          </p:nvPr>
        </p:nvSpPr>
        <p:spPr/>
        <p:txBody>
          <a:bodyPr/>
          <a:lstStyle/>
          <a:p>
            <a:r>
              <a:rPr lang="en-US" dirty="0"/>
              <a:t>Getting Started with Mobile Application Development</a:t>
            </a:r>
          </a:p>
        </p:txBody>
      </p:sp>
    </p:spTree>
    <p:extLst>
      <p:ext uri="{BB962C8B-B14F-4D97-AF65-F5344CB8AC3E}">
        <p14:creationId xmlns:p14="http://schemas.microsoft.com/office/powerpoint/2010/main" val="2846673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CB6397-0501-6CE0-FE5E-4AEE6C689B44}"/>
              </a:ext>
            </a:extLst>
          </p:cNvPr>
          <p:cNvSpPr>
            <a:spLocks noGrp="1"/>
          </p:cNvSpPr>
          <p:nvPr>
            <p:ph type="ctrTitle" idx="4294967295"/>
          </p:nvPr>
        </p:nvSpPr>
        <p:spPr>
          <a:xfrm>
            <a:off x="566076" y="961357"/>
            <a:ext cx="5077440" cy="2011695"/>
          </a:xfrm>
        </p:spPr>
        <p:txBody>
          <a:bodyPr/>
          <a:lstStyle/>
          <a:p>
            <a:br>
              <a:rPr lang="en-US" dirty="0"/>
            </a:br>
            <a:br>
              <a:rPr lang="en-US" dirty="0"/>
            </a:br>
            <a:r>
              <a:rPr lang="en-US" sz="4400" dirty="0"/>
              <a:t>THANK YOU</a:t>
            </a:r>
            <a:br>
              <a:rPr lang="en-US" dirty="0"/>
            </a:br>
            <a:endParaRPr lang="en-US" dirty="0"/>
          </a:p>
        </p:txBody>
      </p:sp>
    </p:spTree>
    <p:extLst>
      <p:ext uri="{BB962C8B-B14F-4D97-AF65-F5344CB8AC3E}">
        <p14:creationId xmlns:p14="http://schemas.microsoft.com/office/powerpoint/2010/main" val="25811371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000000"/>
      </a:dk2>
      <a:lt2>
        <a:srgbClr val="FFFFFF"/>
      </a:lt2>
      <a:accent1>
        <a:srgbClr val="5BC5F2"/>
      </a:accent1>
      <a:accent2>
        <a:srgbClr val="1E1847"/>
      </a:accent2>
      <a:accent3>
        <a:srgbClr val="EC6558"/>
      </a:accent3>
      <a:accent4>
        <a:srgbClr val="FDD782"/>
      </a:accent4>
      <a:accent5>
        <a:srgbClr val="EDEDED"/>
      </a:accent5>
      <a:accent6>
        <a:srgbClr val="000000"/>
      </a:accent6>
      <a:hlink>
        <a:srgbClr val="0C71AC"/>
      </a:hlink>
      <a:folHlink>
        <a:srgbClr val="B7B7B7"/>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U-NW_PPT Template" id="{A27ED136-ACE7-214C-AB31-6B9EF15518DE}" vid="{23EFD43C-EF0D-BF4F-AC9D-AA1B413E18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38bff7e-7285-4b39-b3fc-18aa682430b9">
      <UserInfo>
        <DisplayName>Kate Hitchins</DisplayName>
        <AccountId>727</AccountId>
        <AccountType/>
      </UserInfo>
    </SharedWithUsers>
    <_dlc_DocId xmlns="e38bff7e-7285-4b39-b3fc-18aa682430b9">MAN2DJHRAZDF-1401048590-14589</_dlc_DocId>
    <TaxCatchAll xmlns="bf105c01-a006-42a8-b53e-e45765e2c9f9" xsi:nil="true"/>
    <lcf76f155ced4ddcb4097134ff3c332f xmlns="276a3463-8410-4edd-a973-fc33e5e160b5">
      <Terms xmlns="http://schemas.microsoft.com/office/infopath/2007/PartnerControls"/>
    </lcf76f155ced4ddcb4097134ff3c332f>
    <_dlc_DocIdUrl xmlns="e38bff7e-7285-4b39-b3fc-18aa682430b9">
      <Url>https://vustaff.sharepoint.com/sites/i0031/_layouts/15/DocIdRedir.aspx?ID=MAN2DJHRAZDF-1401048590-14589</Url>
      <Description>MAN2DJHRAZDF-1401048590-14589</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0BFC7723CC14F34594FA63808340E029" ma:contentTypeVersion="13" ma:contentTypeDescription="Create a new document." ma:contentTypeScope="" ma:versionID="d84bc24a5ca0d17f3388ccbd8e64812e">
  <xsd:schema xmlns:xsd="http://www.w3.org/2001/XMLSchema" xmlns:xs="http://www.w3.org/2001/XMLSchema" xmlns:p="http://schemas.microsoft.com/office/2006/metadata/properties" xmlns:ns2="e38bff7e-7285-4b39-b3fc-18aa682430b9" xmlns:ns3="276a3463-8410-4edd-a973-fc33e5e160b5" xmlns:ns4="bf105c01-a006-42a8-b53e-e45765e2c9f9" targetNamespace="http://schemas.microsoft.com/office/2006/metadata/properties" ma:root="true" ma:fieldsID="3e94dd2d355ed14d78e9b807544f9db8" ns2:_="" ns3:_="" ns4:_="">
    <xsd:import namespace="e38bff7e-7285-4b39-b3fc-18aa682430b9"/>
    <xsd:import namespace="276a3463-8410-4edd-a973-fc33e5e160b5"/>
    <xsd:import namespace="bf105c01-a006-42a8-b53e-e45765e2c9f9"/>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3:MediaLengthInSeconds" minOccurs="0"/>
                <xsd:element ref="ns3:lcf76f155ced4ddcb4097134ff3c332f" minOccurs="0"/>
                <xsd:element ref="ns4:TaxCatchAll" minOccurs="0"/>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bff7e-7285-4b39-b3fc-18aa682430b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76a3463-8410-4edd-a973-fc33e5e160b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c4592ee-81f3-4bc9-aa87-1973807e8ea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bf105c01-a006-42a8-b53e-e45765e2c9f9"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60ef76d0-eb25-4e65-b85e-49ff1b6bcde9}" ma:internalName="TaxCatchAll" ma:showField="CatchAllData" ma:web="e38bff7e-7285-4b39-b3fc-18aa682430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9BFBAB-54D8-4D2B-81F7-50E6F7501764}">
  <ds:schemaRefs>
    <ds:schemaRef ds:uri="http://schemas.microsoft.com/office/2006/metadata/properties"/>
    <ds:schemaRef ds:uri="http://schemas.microsoft.com/office/infopath/2007/PartnerControls"/>
    <ds:schemaRef ds:uri="e38bff7e-7285-4b39-b3fc-18aa682430b9"/>
    <ds:schemaRef ds:uri="bf105c01-a006-42a8-b53e-e45765e2c9f9"/>
    <ds:schemaRef ds:uri="276a3463-8410-4edd-a973-fc33e5e160b5"/>
  </ds:schemaRefs>
</ds:datastoreItem>
</file>

<file path=customXml/itemProps2.xml><?xml version="1.0" encoding="utf-8"?>
<ds:datastoreItem xmlns:ds="http://schemas.openxmlformats.org/officeDocument/2006/customXml" ds:itemID="{3C9109AC-3400-4D6C-BF7D-EE9E1DA1F086}">
  <ds:schemaRefs>
    <ds:schemaRef ds:uri="http://schemas.microsoft.com/sharepoint/v3/contenttype/forms"/>
  </ds:schemaRefs>
</ds:datastoreItem>
</file>

<file path=customXml/itemProps3.xml><?xml version="1.0" encoding="utf-8"?>
<ds:datastoreItem xmlns:ds="http://schemas.openxmlformats.org/officeDocument/2006/customXml" ds:itemID="{4A36B2D6-4FB3-4285-A53B-878A443AC22F}">
  <ds:schemaRefs>
    <ds:schemaRef ds:uri="http://schemas.microsoft.com/sharepoint/events"/>
  </ds:schemaRefs>
</ds:datastoreItem>
</file>

<file path=customXml/itemProps4.xml><?xml version="1.0" encoding="utf-8"?>
<ds:datastoreItem xmlns:ds="http://schemas.openxmlformats.org/officeDocument/2006/customXml" ds:itemID="{18576CF0-99C9-46CD-8263-343BF02E2A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8bff7e-7285-4b39-b3fc-18aa682430b9"/>
    <ds:schemaRef ds:uri="276a3463-8410-4edd-a973-fc33e5e160b5"/>
    <ds:schemaRef ds:uri="bf105c01-a006-42a8-b53e-e45765e2c9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17876</TotalTime>
  <Words>3606</Words>
  <Application>Microsoft Office PowerPoint</Application>
  <PresentationFormat>Widescreen</PresentationFormat>
  <Paragraphs>230</Paragraphs>
  <Slides>38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.Lucida Grande UI Regular</vt:lpstr>
      <vt:lpstr>Arial</vt:lpstr>
      <vt:lpstr>Cambria</vt:lpstr>
      <vt:lpstr>JetBrains Mono</vt:lpstr>
      <vt:lpstr>Wingdings</vt:lpstr>
      <vt:lpstr>Office Theme</vt:lpstr>
      <vt:lpstr>Getting Started with Mobile Application Development</vt:lpstr>
      <vt:lpstr>PowerPoint Presentation</vt:lpstr>
      <vt:lpstr>PowerPoint Presentation</vt:lpstr>
      <vt:lpstr>PowerPoint Presentation</vt:lpstr>
      <vt:lpstr>PowerPoint Presentation</vt:lpstr>
      <vt:lpstr>Getting Started with Mobile Application Development</vt:lpstr>
      <vt:lpstr>Contents</vt:lpstr>
      <vt:lpstr>PowerPoint Presentation</vt:lpstr>
      <vt:lpstr>Software Application Landscape</vt:lpstr>
      <vt:lpstr>What makes mobile applications unique</vt:lpstr>
      <vt:lpstr>Mobile applications - Historical facts </vt:lpstr>
      <vt:lpstr>PowerPoint Presentation</vt:lpstr>
      <vt:lpstr>Android OS  &amp; Application Platform</vt:lpstr>
      <vt:lpstr>Mobile development Frameworks</vt:lpstr>
      <vt:lpstr>Cross platform Mobile Development Frameworks</vt:lpstr>
      <vt:lpstr>PowerPoint Presentation</vt:lpstr>
      <vt:lpstr>Version Control With git</vt:lpstr>
      <vt:lpstr>Using Github Desktop</vt:lpstr>
      <vt:lpstr>About Android Studio</vt:lpstr>
      <vt:lpstr>PowerPoint Presentation</vt:lpstr>
      <vt:lpstr>Elaboration Video</vt:lpstr>
      <vt:lpstr>Basic Functions</vt:lpstr>
      <vt:lpstr>PowerPoint Presentation</vt:lpstr>
      <vt:lpstr>Kotlin Introduction</vt:lpstr>
      <vt:lpstr>Object oriented programming with Kotlin</vt:lpstr>
      <vt:lpstr>PowerPoint Presentation</vt:lpstr>
      <vt:lpstr>Exercise 1 : Executing Kotlin code from Android-Studio</vt:lpstr>
      <vt:lpstr>Exercise 2 : Using variables to store basic data types</vt:lpstr>
      <vt:lpstr>Exercise 3 : Correct the errors in the following code.</vt:lpstr>
      <vt:lpstr>Exercise 4 : Create a class and Implement a Function</vt:lpstr>
      <vt:lpstr>Exercise 5 : Create a data class</vt:lpstr>
      <vt:lpstr>Exercise 6 : Using loops in your programs.</vt:lpstr>
      <vt:lpstr>Exercise 7 : Create subtypes using inheritance.</vt:lpstr>
      <vt:lpstr>Exercise 8 : Create a mutable list.</vt:lpstr>
      <vt:lpstr>Exercise 9 : Use the for-each loop.</vt:lpstr>
      <vt:lpstr>Exercise 10 : Use the when statement.</vt:lpstr>
      <vt:lpstr>PowerPoint Presentation</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&lt;Insert title&gt;</dc:title>
  <dc:creator>Wimal Perera</dc:creator>
  <cp:lastModifiedBy>Mane De Mel</cp:lastModifiedBy>
  <cp:revision>92</cp:revision>
  <dcterms:created xsi:type="dcterms:W3CDTF">2023-05-09T08:20:05Z</dcterms:created>
  <dcterms:modified xsi:type="dcterms:W3CDTF">2024-07-28T14:59:32Z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0x0101000BFC7723CC14F34594FA63808340E029</vt:lpwstr>
  </property>
  <property fmtid="{D5CDD505-2E9C-101B-9397-08002B2CF9AE}" pid="4" name="_dlc_DocIdItemGuid">
    <vt:lpwstr>932d9cf8-f804-42fe-b121-56dc959f55a5</vt:lpwstr>
  </property>
  <property fmtid="{D5CDD505-2E9C-101B-9397-08002B2CF9AE}" pid="5" name="MSIP_Label_d7dc88d9-fa17-47eb-a208-3e66f59d50e5_Enabled">
    <vt:lpwstr>true</vt:lpwstr>
  </property>
  <property fmtid="{D5CDD505-2E9C-101B-9397-08002B2CF9AE}" pid="6" name="MSIP_Label_d7dc88d9-fa17-47eb-a208-3e66f59d50e5_SetDate">
    <vt:lpwstr>2024-07-28T10:15:18Z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fdd1c1b5-a999-4ec9-b8f1-7a4bdb01988b</vt:lpwstr>
  </property>
  <property fmtid="{D5CDD505-2E9C-101B-9397-08002B2CF9AE}" pid="11" name="MSIP_Label_d7dc88d9-fa17-47eb-a208-3e66f59d50e5_ContentBits">
    <vt:lpwstr>0</vt:lpwstr>
  </property>
</Properties>
</file>